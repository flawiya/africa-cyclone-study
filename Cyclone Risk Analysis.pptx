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9" r:id="rId4"/>
    <p:sldMasterId id="2147483800" r:id="rId5"/>
    <p:sldMasterId id="2147483777" r:id="rId6"/>
    <p:sldMasterId id="2147483792" r:id="rId7"/>
    <p:sldMasterId id="2147483799" r:id="rId8"/>
  </p:sldMasterIdLst>
  <p:notesMasterIdLst>
    <p:notesMasterId r:id="rId20"/>
  </p:notesMasterIdLst>
  <p:handoutMasterIdLst>
    <p:handoutMasterId r:id="rId21"/>
  </p:handoutMasterIdLst>
  <p:sldIdLst>
    <p:sldId id="256" r:id="rId9"/>
    <p:sldId id="265" r:id="rId10"/>
    <p:sldId id="274" r:id="rId11"/>
    <p:sldId id="266" r:id="rId12"/>
    <p:sldId id="277" r:id="rId13"/>
    <p:sldId id="262" r:id="rId14"/>
    <p:sldId id="268" r:id="rId15"/>
    <p:sldId id="276" r:id="rId16"/>
    <p:sldId id="278" r:id="rId17"/>
    <p:sldId id="264" r:id="rId18"/>
    <p:sldId id="261" r:id="rId19"/>
  </p:sldIdLst>
  <p:sldSz cx="12192000" cy="6858000"/>
  <p:notesSz cx="7010400" cy="9296400"/>
  <p:embeddedFontLst>
    <p:embeddedFont>
      <p:font typeface="Avenir Next LT Pro" panose="020B0504020202020204" pitchFamily="34" charset="0"/>
      <p:regular r:id="rId22"/>
      <p:bold r:id="rId23"/>
      <p:italic r:id="rId24"/>
      <p:boldItalic r:id="rId25"/>
    </p:embeddedFont>
    <p:embeddedFont>
      <p:font typeface="Cairo" pitchFamily="2" charset="-78"/>
      <p:regular r:id="rId26"/>
      <p:bold r:id="rId27"/>
    </p:embeddedFont>
    <p:embeddedFont>
      <p:font typeface="Cairo Medium" pitchFamily="2" charset="-78"/>
      <p:regular r:id="rId28"/>
    </p:embeddedFont>
    <p:embeddedFont>
      <p:font typeface="Cambria Math" panose="02040503050406030204" pitchFamily="18"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B99C14-5970-F8F1-3DAC-C0B105B4BAB9}" name="Ian Shaw" initials="IS" userId="S::ishaw@asr-re.com::6620f87b-70d9-4c44-86d8-aec456ef91bd" providerId="AD"/>
  <p188:author id="{DB196B1A-AA82-8E01-0E06-70E36AAF71C9}" name="Yajnah Lowtun" initials="YL" userId="S::ylowtun@asr-re.com::4168dd90-32b8-4b9c-8760-6c7a63340bfa" providerId="AD"/>
  <p188:author id="{90282F33-9C2E-E798-EC53-5686174BE6E7}" name="Nicola Bellamy" initials="NB" userId="Nicola Bellamy" providerId="None"/>
  <p188:author id="{2431CA50-585C-9346-E36B-DF8B0632A3DA}" name="Flawiya Shirish More" initials="FM" userId="S::FMore@asr-re.com::ada0e0fe-72f4-4635-a06f-315390d4cea4" providerId="AD"/>
  <p188:author id="{B3277A56-8E8E-1E28-BB4D-64CC579CEDAF}" name="Guest User" initials="GU" userId="S::urn:spo:anon#1b8ca4a8d88c0860cf5d94909de6801b2d2f8d99850551ce26b2bc72509994d4::" providerId="AD"/>
  <p188:author id="{B6F1956A-97A8-B2F5-3337-BD4C8444997B}" name="Douglas Rowlings" initials="" userId="S::drowlings@asr-re.com::5b966d7d-8f7b-44cd-8220-e74c4d50acc2" providerId="AD"/>
  <p188:author id="{4FF7BA6E-BD2A-CC3A-4779-48EFC841DD66}" name="Guest User" initials="GU" userId="S::urn:spo:anon#160fd27da8809cb84c7ae70c036c7ddd14bf1bf795b95dbf93c50206007b5911::" providerId="AD"/>
  <p188:author id="{C293CB7D-D4F4-9C61-83ED-12E0AA38819D}" name="Guest User" initials="GU" userId="S::urn:spo:anon#10b1b865b81e380fa296722533d60338c342f59fa4fe46642866813aaea10477::" providerId="AD"/>
  <p188:author id="{A04EF07E-152F-C09B-3755-45C4BCCE8CAE}" name="Caroline Hilton" initials="CH" userId="S::chilton@asr-re.com::8cb68880-ec14-4db4-91b1-5701775ddf25" providerId="AD"/>
  <p188:author id="{A3FBE887-DE55-5EBF-2168-595318E74CCC}" name="Guest User" initials="GU" userId="S::urn:spo:anon#5fefb8754686b10ac7e653b23dbf1b7e71fd8e94c2242437bbe46fbfba1a2471::" providerId="AD"/>
  <p188:author id="{595C3D95-5469-4674-4EA1-F0FB8C4C1976}" name="Martin Boreham" initials="MB" userId="S::mboreham@asr-re.com::af40969f-9aa3-4d31-bb25-a0a2ef7063e5" providerId="AD"/>
  <p188:author id="{CFD3A596-F4E4-7182-9D98-819B86911AAD}" name="Poonam Doolhur" initials="PD" userId="S::pdoolhur@asr-re.com::52431fb3-991a-46bc-9714-fc16a8dd9b42" providerId="AD"/>
  <p188:author id="{1B8DC5BA-1775-6B78-5C4A-35C1A1572EE5}" name="Vinta Bhugmaneea" initials="VB" userId="S::vbhugmaneea@asr-re.com::3937bec6-47e5-46e0-bd0a-192035b7361b" providerId="AD"/>
  <p188:author id="{FC718CE4-43C7-2949-D3FB-DE991877A4F7}" name="Guest User" initials="GU" userId="S::urn:spo:anon#1cf0bc03f144fa8d4847a36b1b29502930bcd75b313321a422dc75136f67b3d0::" providerId="AD"/>
  <p188:author id="{752879E6-3CE4-63E6-7C93-0E033D93C85A}" name="Guest User" initials="GU" userId="S::urn:spo:anon#11ea90b244ef897656048d70d2fcd21b96262122973062e5c422a66d1b585a8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lena Lacheta" initials="ML" lastIdx="35" clrIdx="0">
    <p:extLst>
      <p:ext uri="{19B8F6BF-5375-455C-9EA6-DF929625EA0E}">
        <p15:presenceInfo xmlns:p15="http://schemas.microsoft.com/office/powerpoint/2012/main" userId="S::milena.lacheta@aon.com::419de56c-25aa-4625-bce2-7911b4e87e30" providerId="AD"/>
      </p:ext>
    </p:extLst>
  </p:cmAuthor>
  <p:cmAuthor id="2" name="Nicola Bellamy" initials="NB" lastIdx="1" clrIdx="1">
    <p:extLst>
      <p:ext uri="{19B8F6BF-5375-455C-9EA6-DF929625EA0E}">
        <p15:presenceInfo xmlns:p15="http://schemas.microsoft.com/office/powerpoint/2012/main" userId="S::nbellamy@asr-re.com::999a16a5-9056-43f8-9a35-313d0a541060" providerId="AD"/>
      </p:ext>
    </p:extLst>
  </p:cmAuthor>
  <p:cmAuthor id="3" name="Stuart Hilton" initials="SH" lastIdx="3" clrIdx="2">
    <p:extLst>
      <p:ext uri="{19B8F6BF-5375-455C-9EA6-DF929625EA0E}">
        <p15:presenceInfo xmlns:p15="http://schemas.microsoft.com/office/powerpoint/2012/main" userId="d9b04da2fdcf6c8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0B60"/>
    <a:srgbClr val="0038A8"/>
    <a:srgbClr val="90523C"/>
    <a:srgbClr val="FFCE42"/>
    <a:srgbClr val="8F8935"/>
    <a:srgbClr val="E9EBF5"/>
    <a:srgbClr val="CFD5EA"/>
    <a:srgbClr val="203764"/>
    <a:srgbClr val="FBB505"/>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F000D-AB34-4B24-9A7B-DBA975BC8008}" v="156" dt="2026-09-17T12:37:52.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94" autoAdjust="0"/>
    <p:restoredTop sz="94404" autoAdjust="0"/>
  </p:normalViewPr>
  <p:slideViewPr>
    <p:cSldViewPr snapToGrid="0">
      <p:cViewPr varScale="1">
        <p:scale>
          <a:sx n="70" d="100"/>
          <a:sy n="70" d="100"/>
        </p:scale>
        <p:origin x="672"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1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5.fntdata"/><Relationship Id="rId21" Type="http://schemas.openxmlformats.org/officeDocument/2006/relationships/handoutMaster" Target="handoutMasters/handoutMaster1.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font" Target="fonts/font3.fntdata"/><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awiya Shirish More" userId="ada0e0fe-72f4-4635-a06f-315390d4cea4" providerId="ADAL" clId="{C4848432-281D-4DD8-B74E-71137D349F2D}"/>
    <pc:docChg chg="undo custSel addSld delSld modSld sldOrd">
      <pc:chgData name="Flawiya Shirish More" userId="ada0e0fe-72f4-4635-a06f-315390d4cea4" providerId="ADAL" clId="{C4848432-281D-4DD8-B74E-71137D349F2D}" dt="2026-09-17T13:22:17.034" v="2664" actId="20577"/>
      <pc:docMkLst>
        <pc:docMk/>
      </pc:docMkLst>
      <pc:sldChg chg="delSp modSp mod">
        <pc:chgData name="Flawiya Shirish More" userId="ada0e0fe-72f4-4635-a06f-315390d4cea4" providerId="ADAL" clId="{C4848432-281D-4DD8-B74E-71137D349F2D}" dt="2026-09-17T13:22:17.034" v="2664" actId="20577"/>
        <pc:sldMkLst>
          <pc:docMk/>
          <pc:sldMk cId="2560068255" sldId="256"/>
        </pc:sldMkLst>
        <pc:spChg chg="mod">
          <ac:chgData name="Flawiya Shirish More" userId="ada0e0fe-72f4-4635-a06f-315390d4cea4" providerId="ADAL" clId="{C4848432-281D-4DD8-B74E-71137D349F2D}" dt="2026-09-17T13:22:17.034" v="2664" actId="20577"/>
          <ac:spMkLst>
            <pc:docMk/>
            <pc:sldMk cId="2560068255" sldId="256"/>
            <ac:spMk id="4" creationId="{DA27084E-ABB9-44FA-7331-AA8D4EAA79AB}"/>
          </ac:spMkLst>
        </pc:spChg>
        <pc:spChg chg="mod">
          <ac:chgData name="Flawiya Shirish More" userId="ada0e0fe-72f4-4635-a06f-315390d4cea4" providerId="ADAL" clId="{C4848432-281D-4DD8-B74E-71137D349F2D}" dt="2026-09-17T12:40:40.695" v="2599" actId="20577"/>
          <ac:spMkLst>
            <pc:docMk/>
            <pc:sldMk cId="2560068255" sldId="256"/>
            <ac:spMk id="5" creationId="{05D4AC55-FB2E-527A-CB7C-4E22E3333D33}"/>
          </ac:spMkLst>
        </pc:spChg>
      </pc:sldChg>
      <pc:sldChg chg="addSp delSp modSp mod ord modNotesTx">
        <pc:chgData name="Flawiya Shirish More" userId="ada0e0fe-72f4-4635-a06f-315390d4cea4" providerId="ADAL" clId="{C4848432-281D-4DD8-B74E-71137D349F2D}" dt="2026-09-17T12:21:49.672" v="2354" actId="20577"/>
        <pc:sldMkLst>
          <pc:docMk/>
          <pc:sldMk cId="3140503505" sldId="262"/>
        </pc:sldMkLst>
        <pc:spChg chg="mod">
          <ac:chgData name="Flawiya Shirish More" userId="ada0e0fe-72f4-4635-a06f-315390d4cea4" providerId="ADAL" clId="{C4848432-281D-4DD8-B74E-71137D349F2D}" dt="2026-09-17T10:55:28.007" v="1769" actId="207"/>
          <ac:spMkLst>
            <pc:docMk/>
            <pc:sldMk cId="3140503505" sldId="262"/>
            <ac:spMk id="2" creationId="{7D4548BA-1000-D124-BC8F-AF25D5294543}"/>
          </ac:spMkLst>
        </pc:spChg>
        <pc:spChg chg="mod">
          <ac:chgData name="Flawiya Shirish More" userId="ada0e0fe-72f4-4635-a06f-315390d4cea4" providerId="ADAL" clId="{C4848432-281D-4DD8-B74E-71137D349F2D}" dt="2026-08-20T06:30:58.302" v="783" actId="20577"/>
          <ac:spMkLst>
            <pc:docMk/>
            <pc:sldMk cId="3140503505" sldId="262"/>
            <ac:spMk id="3" creationId="{76ABFD06-97D7-18E2-2F0A-1EF5BF0E77D2}"/>
          </ac:spMkLst>
        </pc:spChg>
        <pc:picChg chg="add del mod">
          <ac:chgData name="Flawiya Shirish More" userId="ada0e0fe-72f4-4635-a06f-315390d4cea4" providerId="ADAL" clId="{C4848432-281D-4DD8-B74E-71137D349F2D}" dt="2026-09-17T11:49:10.051" v="2048" actId="21"/>
          <ac:picMkLst>
            <pc:docMk/>
            <pc:sldMk cId="3140503505" sldId="262"/>
            <ac:picMk id="6" creationId="{261DD2F3-D937-EB7E-7F00-2379AEA353D7}"/>
          </ac:picMkLst>
        </pc:picChg>
      </pc:sldChg>
      <pc:sldChg chg="modSp mod modNotesTx">
        <pc:chgData name="Flawiya Shirish More" userId="ada0e0fe-72f4-4635-a06f-315390d4cea4" providerId="ADAL" clId="{C4848432-281D-4DD8-B74E-71137D349F2D}" dt="2026-08-20T12:19:06.075" v="1611" actId="20577"/>
        <pc:sldMkLst>
          <pc:docMk/>
          <pc:sldMk cId="2010995847" sldId="264"/>
        </pc:sldMkLst>
        <pc:spChg chg="mod">
          <ac:chgData name="Flawiya Shirish More" userId="ada0e0fe-72f4-4635-a06f-315390d4cea4" providerId="ADAL" clId="{C4848432-281D-4DD8-B74E-71137D349F2D}" dt="2026-08-20T12:05:07.161" v="1494" actId="113"/>
          <ac:spMkLst>
            <pc:docMk/>
            <pc:sldMk cId="2010995847" sldId="264"/>
            <ac:spMk id="2" creationId="{9CE51D24-E20C-C3B7-E5F8-8D84D7511441}"/>
          </ac:spMkLst>
        </pc:spChg>
      </pc:sldChg>
      <pc:sldChg chg="addSp modSp mod ord modNotesTx">
        <pc:chgData name="Flawiya Shirish More" userId="ada0e0fe-72f4-4635-a06f-315390d4cea4" providerId="ADAL" clId="{C4848432-281D-4DD8-B74E-71137D349F2D}" dt="2026-09-17T11:19:43.458" v="1990" actId="1076"/>
        <pc:sldMkLst>
          <pc:docMk/>
          <pc:sldMk cId="4179382895" sldId="265"/>
        </pc:sldMkLst>
        <pc:spChg chg="mod">
          <ac:chgData name="Flawiya Shirish More" userId="ada0e0fe-72f4-4635-a06f-315390d4cea4" providerId="ADAL" clId="{C4848432-281D-4DD8-B74E-71137D349F2D}" dt="2026-09-17T11:19:17.328" v="1984" actId="1076"/>
          <ac:spMkLst>
            <pc:docMk/>
            <pc:sldMk cId="4179382895" sldId="265"/>
            <ac:spMk id="2" creationId="{759D4A10-8E53-F77D-65F5-B2F5B9FE40A3}"/>
          </ac:spMkLst>
        </pc:spChg>
        <pc:spChg chg="add mod">
          <ac:chgData name="Flawiya Shirish More" userId="ada0e0fe-72f4-4635-a06f-315390d4cea4" providerId="ADAL" clId="{C4848432-281D-4DD8-B74E-71137D349F2D}" dt="2026-09-17T11:19:34.104" v="1988" actId="14100"/>
          <ac:spMkLst>
            <pc:docMk/>
            <pc:sldMk cId="4179382895" sldId="265"/>
            <ac:spMk id="3" creationId="{80DA8894-1490-E742-B676-3D0387D21DD2}"/>
          </ac:spMkLst>
        </pc:spChg>
        <pc:spChg chg="mod">
          <ac:chgData name="Flawiya Shirish More" userId="ada0e0fe-72f4-4635-a06f-315390d4cea4" providerId="ADAL" clId="{C4848432-281D-4DD8-B74E-71137D349F2D}" dt="2026-09-17T11:19:43.458" v="1990" actId="1076"/>
          <ac:spMkLst>
            <pc:docMk/>
            <pc:sldMk cId="4179382895" sldId="265"/>
            <ac:spMk id="6" creationId="{97D42918-28EE-288D-817D-7391FFE17403}"/>
          </ac:spMkLst>
        </pc:spChg>
        <pc:spChg chg="add mod">
          <ac:chgData name="Flawiya Shirish More" userId="ada0e0fe-72f4-4635-a06f-315390d4cea4" providerId="ADAL" clId="{C4848432-281D-4DD8-B74E-71137D349F2D}" dt="2026-09-17T10:57:16.765" v="1790" actId="114"/>
          <ac:spMkLst>
            <pc:docMk/>
            <pc:sldMk cId="4179382895" sldId="265"/>
            <ac:spMk id="7" creationId="{E9FBD286-6067-5324-83B6-307F5412CA19}"/>
          </ac:spMkLst>
        </pc:spChg>
      </pc:sldChg>
      <pc:sldChg chg="addSp delSp modSp mod ord">
        <pc:chgData name="Flawiya Shirish More" userId="ada0e0fe-72f4-4635-a06f-315390d4cea4" providerId="ADAL" clId="{C4848432-281D-4DD8-B74E-71137D349F2D}" dt="2026-09-17T12:08:37.141" v="2322" actId="255"/>
        <pc:sldMkLst>
          <pc:docMk/>
          <pc:sldMk cId="101682042" sldId="266"/>
        </pc:sldMkLst>
        <pc:spChg chg="add mod">
          <ac:chgData name="Flawiya Shirish More" userId="ada0e0fe-72f4-4635-a06f-315390d4cea4" providerId="ADAL" clId="{C4848432-281D-4DD8-B74E-71137D349F2D}" dt="2026-08-20T20:38:54.508" v="1707" actId="767"/>
          <ac:spMkLst>
            <pc:docMk/>
            <pc:sldMk cId="101682042" sldId="266"/>
            <ac:spMk id="2" creationId="{CE753D29-0EC7-EB63-168C-F68DC5CDE137}"/>
          </ac:spMkLst>
        </pc:spChg>
        <pc:spChg chg="del mod ord">
          <ac:chgData name="Flawiya Shirish More" userId="ada0e0fe-72f4-4635-a06f-315390d4cea4" providerId="ADAL" clId="{C4848432-281D-4DD8-B74E-71137D349F2D}" dt="2026-09-17T12:05:11.923" v="2223" actId="478"/>
          <ac:spMkLst>
            <pc:docMk/>
            <pc:sldMk cId="101682042" sldId="266"/>
            <ac:spMk id="3" creationId="{899CD87F-3AB2-4D0C-DC84-1675FDB8EFFD}"/>
          </ac:spMkLst>
        </pc:spChg>
        <pc:spChg chg="mod">
          <ac:chgData name="Flawiya Shirish More" userId="ada0e0fe-72f4-4635-a06f-315390d4cea4" providerId="ADAL" clId="{C4848432-281D-4DD8-B74E-71137D349F2D}" dt="2026-09-17T12:08:08.908" v="2278" actId="14100"/>
          <ac:spMkLst>
            <pc:docMk/>
            <pc:sldMk cId="101682042" sldId="266"/>
            <ac:spMk id="6" creationId="{94D6E3BB-D252-517E-2845-1F8867778634}"/>
          </ac:spMkLst>
        </pc:spChg>
        <pc:spChg chg="add mod">
          <ac:chgData name="Flawiya Shirish More" userId="ada0e0fe-72f4-4635-a06f-315390d4cea4" providerId="ADAL" clId="{C4848432-281D-4DD8-B74E-71137D349F2D}" dt="2026-09-17T12:08:24.334" v="2313" actId="1035"/>
          <ac:spMkLst>
            <pc:docMk/>
            <pc:sldMk cId="101682042" sldId="266"/>
            <ac:spMk id="9" creationId="{591BFFDF-DFF2-F48A-8587-E48E8ACD993C}"/>
          </ac:spMkLst>
        </pc:spChg>
        <pc:spChg chg="add del mod">
          <ac:chgData name="Flawiya Shirish More" userId="ada0e0fe-72f4-4635-a06f-315390d4cea4" providerId="ADAL" clId="{C4848432-281D-4DD8-B74E-71137D349F2D}" dt="2026-09-17T12:02:51.835" v="2206" actId="22"/>
          <ac:spMkLst>
            <pc:docMk/>
            <pc:sldMk cId="101682042" sldId="266"/>
            <ac:spMk id="14" creationId="{768B64CF-06D7-3E76-9FBA-C379F312093C}"/>
          </ac:spMkLst>
        </pc:spChg>
        <pc:spChg chg="add mod">
          <ac:chgData name="Flawiya Shirish More" userId="ada0e0fe-72f4-4635-a06f-315390d4cea4" providerId="ADAL" clId="{C4848432-281D-4DD8-B74E-71137D349F2D}" dt="2026-09-17T12:08:37.141" v="2322" actId="255"/>
          <ac:spMkLst>
            <pc:docMk/>
            <pc:sldMk cId="101682042" sldId="266"/>
            <ac:spMk id="16" creationId="{C875782F-9360-BB74-5DC8-AF7B8BC4C975}"/>
          </ac:spMkLst>
        </pc:spChg>
        <pc:spChg chg="add del">
          <ac:chgData name="Flawiya Shirish More" userId="ada0e0fe-72f4-4635-a06f-315390d4cea4" providerId="ADAL" clId="{C4848432-281D-4DD8-B74E-71137D349F2D}" dt="2026-09-17T12:04:57.415" v="2218" actId="22"/>
          <ac:spMkLst>
            <pc:docMk/>
            <pc:sldMk cId="101682042" sldId="266"/>
            <ac:spMk id="18" creationId="{1D2BAB36-B3AE-EF20-6D84-42F268E3A31A}"/>
          </ac:spMkLst>
        </pc:spChg>
        <pc:spChg chg="add del mod">
          <ac:chgData name="Flawiya Shirish More" userId="ada0e0fe-72f4-4635-a06f-315390d4cea4" providerId="ADAL" clId="{C4848432-281D-4DD8-B74E-71137D349F2D}" dt="2026-09-17T12:05:44.162" v="2249" actId="478"/>
          <ac:spMkLst>
            <pc:docMk/>
            <pc:sldMk cId="101682042" sldId="266"/>
            <ac:spMk id="20" creationId="{B606116C-B455-3CCE-428A-8753D35B4AB7}"/>
          </ac:spMkLst>
        </pc:spChg>
        <pc:picChg chg="add del mod modCrop">
          <ac:chgData name="Flawiya Shirish More" userId="ada0e0fe-72f4-4635-a06f-315390d4cea4" providerId="ADAL" clId="{C4848432-281D-4DD8-B74E-71137D349F2D}" dt="2026-09-17T11:59:44.699" v="2156" actId="478"/>
          <ac:picMkLst>
            <pc:docMk/>
            <pc:sldMk cId="101682042" sldId="266"/>
            <ac:picMk id="7" creationId="{D6D3C3B0-0AB0-6164-346F-46D6EF839ADA}"/>
          </ac:picMkLst>
        </pc:picChg>
        <pc:picChg chg="add del mod modCrop">
          <ac:chgData name="Flawiya Shirish More" userId="ada0e0fe-72f4-4635-a06f-315390d4cea4" providerId="ADAL" clId="{C4848432-281D-4DD8-B74E-71137D349F2D}" dt="2026-09-17T11:03:59.070" v="1805" actId="478"/>
          <ac:picMkLst>
            <pc:docMk/>
            <pc:sldMk cId="101682042" sldId="266"/>
            <ac:picMk id="9" creationId="{187A0664-56D0-4F29-0060-AA6CF0BD8FBB}"/>
          </ac:picMkLst>
        </pc:picChg>
        <pc:picChg chg="add del mod">
          <ac:chgData name="Flawiya Shirish More" userId="ada0e0fe-72f4-4635-a06f-315390d4cea4" providerId="ADAL" clId="{C4848432-281D-4DD8-B74E-71137D349F2D}" dt="2026-09-17T11:38:43.790" v="2045" actId="478"/>
          <ac:picMkLst>
            <pc:docMk/>
            <pc:sldMk cId="101682042" sldId="266"/>
            <ac:picMk id="10" creationId="{B6023B26-B9AF-06F6-A65C-752778208EFD}"/>
          </ac:picMkLst>
        </pc:picChg>
        <pc:picChg chg="add del mod modCrop">
          <ac:chgData name="Flawiya Shirish More" userId="ada0e0fe-72f4-4635-a06f-315390d4cea4" providerId="ADAL" clId="{C4848432-281D-4DD8-B74E-71137D349F2D}" dt="2026-09-17T11:38:43.306" v="2044" actId="931"/>
          <ac:picMkLst>
            <pc:docMk/>
            <pc:sldMk cId="101682042" sldId="266"/>
            <ac:picMk id="12" creationId="{66CCA3F4-28C3-6FC6-18BE-3D5DE2F95087}"/>
          </ac:picMkLst>
        </pc:picChg>
        <pc:picChg chg="add mod modCrop">
          <ac:chgData name="Flawiya Shirish More" userId="ada0e0fe-72f4-4635-a06f-315390d4cea4" providerId="ADAL" clId="{C4848432-281D-4DD8-B74E-71137D349F2D}" dt="2026-09-17T12:08:13.266" v="2288" actId="1035"/>
          <ac:picMkLst>
            <pc:docMk/>
            <pc:sldMk cId="101682042" sldId="266"/>
            <ac:picMk id="12" creationId="{7B39093A-0E1E-BCCC-C4CB-742B033EBDE2}"/>
          </ac:picMkLst>
        </pc:picChg>
        <pc:picChg chg="add del mod">
          <ac:chgData name="Flawiya Shirish More" userId="ada0e0fe-72f4-4635-a06f-315390d4cea4" providerId="ADAL" clId="{C4848432-281D-4DD8-B74E-71137D349F2D}" dt="2026-09-17T12:06:12.032" v="2256" actId="478"/>
          <ac:picMkLst>
            <pc:docMk/>
            <pc:sldMk cId="101682042" sldId="266"/>
            <ac:picMk id="22" creationId="{7C630650-E693-EFF7-BAB3-1D4D3C2F40B8}"/>
          </ac:picMkLst>
        </pc:picChg>
        <pc:picChg chg="add del mod">
          <ac:chgData name="Flawiya Shirish More" userId="ada0e0fe-72f4-4635-a06f-315390d4cea4" providerId="ADAL" clId="{C4848432-281D-4DD8-B74E-71137D349F2D}" dt="2026-09-17T12:06:21.090" v="2258" actId="478"/>
          <ac:picMkLst>
            <pc:docMk/>
            <pc:sldMk cId="101682042" sldId="266"/>
            <ac:picMk id="24" creationId="{4F4DEADD-4FCE-C669-2AAB-40D38E9B3240}"/>
          </ac:picMkLst>
        </pc:picChg>
        <pc:picChg chg="add mod modCrop">
          <ac:chgData name="Flawiya Shirish More" userId="ada0e0fe-72f4-4635-a06f-315390d4cea4" providerId="ADAL" clId="{C4848432-281D-4DD8-B74E-71137D349F2D}" dt="2026-09-17T12:08:16.866" v="2299" actId="1035"/>
          <ac:picMkLst>
            <pc:docMk/>
            <pc:sldMk cId="101682042" sldId="266"/>
            <ac:picMk id="26" creationId="{6008AD75-0F48-638D-5CAC-F3C58EB66B8B}"/>
          </ac:picMkLst>
        </pc:picChg>
      </pc:sldChg>
      <pc:sldChg chg="addSp delSp modSp mod ord modShow modNotesTx">
        <pc:chgData name="Flawiya Shirish More" userId="ada0e0fe-72f4-4635-a06f-315390d4cea4" providerId="ADAL" clId="{C4848432-281D-4DD8-B74E-71137D349F2D}" dt="2026-09-17T12:30:20.521" v="2471" actId="1036"/>
        <pc:sldMkLst>
          <pc:docMk/>
          <pc:sldMk cId="370544433" sldId="268"/>
        </pc:sldMkLst>
        <pc:spChg chg="mod">
          <ac:chgData name="Flawiya Shirish More" userId="ada0e0fe-72f4-4635-a06f-315390d4cea4" providerId="ADAL" clId="{C4848432-281D-4DD8-B74E-71137D349F2D}" dt="2026-09-17T12:18:25.048" v="2330" actId="2711"/>
          <ac:spMkLst>
            <pc:docMk/>
            <pc:sldMk cId="370544433" sldId="268"/>
            <ac:spMk id="6" creationId="{07002D3D-3A87-E60E-A695-51FF516C5305}"/>
          </ac:spMkLst>
        </pc:spChg>
        <pc:spChg chg="add mod">
          <ac:chgData name="Flawiya Shirish More" userId="ada0e0fe-72f4-4635-a06f-315390d4cea4" providerId="ADAL" clId="{C4848432-281D-4DD8-B74E-71137D349F2D}" dt="2026-09-17T12:30:16.451" v="2447" actId="14100"/>
          <ac:spMkLst>
            <pc:docMk/>
            <pc:sldMk cId="370544433" sldId="268"/>
            <ac:spMk id="7" creationId="{65CE76BD-63A9-1EB2-DB9D-0B9794DB12C0}"/>
          </ac:spMkLst>
        </pc:spChg>
        <pc:spChg chg="del mod">
          <ac:chgData name="Flawiya Shirish More" userId="ada0e0fe-72f4-4635-a06f-315390d4cea4" providerId="ADAL" clId="{C4848432-281D-4DD8-B74E-71137D349F2D}" dt="2026-09-17T12:18:52.694" v="2331" actId="478"/>
          <ac:spMkLst>
            <pc:docMk/>
            <pc:sldMk cId="370544433" sldId="268"/>
            <ac:spMk id="31" creationId="{C5C2C7DB-E58C-A56A-E5B0-585015C1C0EE}"/>
          </ac:spMkLst>
        </pc:spChg>
        <pc:picChg chg="add del mod modCrop">
          <ac:chgData name="Flawiya Shirish More" userId="ada0e0fe-72f4-4635-a06f-315390d4cea4" providerId="ADAL" clId="{C4848432-281D-4DD8-B74E-71137D349F2D}" dt="2026-09-17T12:18:53.873" v="2332" actId="478"/>
          <ac:picMkLst>
            <pc:docMk/>
            <pc:sldMk cId="370544433" sldId="268"/>
            <ac:picMk id="5" creationId="{C62D5414-6800-62B6-E3C0-533428790AFB}"/>
          </ac:picMkLst>
        </pc:picChg>
        <pc:picChg chg="add del mod modCrop">
          <ac:chgData name="Flawiya Shirish More" userId="ada0e0fe-72f4-4635-a06f-315390d4cea4" providerId="ADAL" clId="{C4848432-281D-4DD8-B74E-71137D349F2D}" dt="2026-09-17T12:29:57.571" v="2443" actId="478"/>
          <ac:picMkLst>
            <pc:docMk/>
            <pc:sldMk cId="370544433" sldId="268"/>
            <ac:picMk id="9" creationId="{9A3D6C4E-CC98-148B-80BC-07EA4DC0C580}"/>
          </ac:picMkLst>
        </pc:picChg>
        <pc:picChg chg="add mod modCrop">
          <ac:chgData name="Flawiya Shirish More" userId="ada0e0fe-72f4-4635-a06f-315390d4cea4" providerId="ADAL" clId="{C4848432-281D-4DD8-B74E-71137D349F2D}" dt="2026-09-17T12:30:20.521" v="2471" actId="1036"/>
          <ac:picMkLst>
            <pc:docMk/>
            <pc:sldMk cId="370544433" sldId="268"/>
            <ac:picMk id="11" creationId="{25BB1ED9-A287-3AA2-684D-88B1C6083E1D}"/>
          </ac:picMkLst>
        </pc:picChg>
      </pc:sldChg>
      <pc:sldChg chg="modSp add mod ord">
        <pc:chgData name="Flawiya Shirish More" userId="ada0e0fe-72f4-4635-a06f-315390d4cea4" providerId="ADAL" clId="{C4848432-281D-4DD8-B74E-71137D349F2D}" dt="2026-09-17T11:20:24.635" v="1992"/>
        <pc:sldMkLst>
          <pc:docMk/>
          <pc:sldMk cId="1003451957" sldId="274"/>
        </pc:sldMkLst>
        <pc:spChg chg="mod">
          <ac:chgData name="Flawiya Shirish More" userId="ada0e0fe-72f4-4635-a06f-315390d4cea4" providerId="ADAL" clId="{C4848432-281D-4DD8-B74E-71137D349F2D}" dt="2026-09-17T11:15:19.869" v="1974" actId="20577"/>
          <ac:spMkLst>
            <pc:docMk/>
            <pc:sldMk cId="1003451957" sldId="274"/>
            <ac:spMk id="2" creationId="{36405AD3-3B06-4031-FE2C-2180A29BF6D2}"/>
          </ac:spMkLst>
        </pc:spChg>
        <pc:spChg chg="mod">
          <ac:chgData name="Flawiya Shirish More" userId="ada0e0fe-72f4-4635-a06f-315390d4cea4" providerId="ADAL" clId="{C4848432-281D-4DD8-B74E-71137D349F2D}" dt="2026-09-17T11:08:58.828" v="1883" actId="1037"/>
          <ac:spMkLst>
            <pc:docMk/>
            <pc:sldMk cId="1003451957" sldId="274"/>
            <ac:spMk id="6" creationId="{2C1FE8E6-3983-77E1-9E5C-C321CE3A1530}"/>
          </ac:spMkLst>
        </pc:spChg>
      </pc:sldChg>
      <pc:sldChg chg="addSp delSp modSp add mod modNotesTx">
        <pc:chgData name="Flawiya Shirish More" userId="ada0e0fe-72f4-4635-a06f-315390d4cea4" providerId="ADAL" clId="{C4848432-281D-4DD8-B74E-71137D349F2D}" dt="2026-09-17T12:39:30.417" v="2584" actId="20577"/>
        <pc:sldMkLst>
          <pc:docMk/>
          <pc:sldMk cId="1177597746" sldId="276"/>
        </pc:sldMkLst>
        <pc:spChg chg="del mod">
          <ac:chgData name="Flawiya Shirish More" userId="ada0e0fe-72f4-4635-a06f-315390d4cea4" providerId="ADAL" clId="{C4848432-281D-4DD8-B74E-71137D349F2D}" dt="2026-09-17T12:32:37.265" v="2482" actId="478"/>
          <ac:spMkLst>
            <pc:docMk/>
            <pc:sldMk cId="1177597746" sldId="276"/>
            <ac:spMk id="6" creationId="{26829839-1067-DC34-AFC8-56F2A098902B}"/>
          </ac:spMkLst>
        </pc:spChg>
        <pc:spChg chg="add del mod">
          <ac:chgData name="Flawiya Shirish More" userId="ada0e0fe-72f4-4635-a06f-315390d4cea4" providerId="ADAL" clId="{C4848432-281D-4DD8-B74E-71137D349F2D}" dt="2026-09-17T12:32:40.016" v="2483" actId="478"/>
          <ac:spMkLst>
            <pc:docMk/>
            <pc:sldMk cId="1177597746" sldId="276"/>
            <ac:spMk id="8" creationId="{E912DE10-A373-48FD-9DA3-1CA07276F905}"/>
          </ac:spMkLst>
        </pc:spChg>
        <pc:spChg chg="add del">
          <ac:chgData name="Flawiya Shirish More" userId="ada0e0fe-72f4-4635-a06f-315390d4cea4" providerId="ADAL" clId="{C4848432-281D-4DD8-B74E-71137D349F2D}" dt="2026-09-17T12:37:02.026" v="2545" actId="22"/>
          <ac:spMkLst>
            <pc:docMk/>
            <pc:sldMk cId="1177597746" sldId="276"/>
            <ac:spMk id="10" creationId="{F981BC76-B222-B078-D658-A8E3AD8C5A97}"/>
          </ac:spMkLst>
        </pc:spChg>
        <pc:spChg chg="add mod">
          <ac:chgData name="Flawiya Shirish More" userId="ada0e0fe-72f4-4635-a06f-315390d4cea4" providerId="ADAL" clId="{C4848432-281D-4DD8-B74E-71137D349F2D}" dt="2026-09-17T12:39:15.441" v="2583" actId="1037"/>
          <ac:spMkLst>
            <pc:docMk/>
            <pc:sldMk cId="1177597746" sldId="276"/>
            <ac:spMk id="12" creationId="{37B6B5FA-6170-D7AD-DA64-9054421E35D5}"/>
          </ac:spMkLst>
        </pc:spChg>
        <pc:spChg chg="mod">
          <ac:chgData name="Flawiya Shirish More" userId="ada0e0fe-72f4-4635-a06f-315390d4cea4" providerId="ADAL" clId="{C4848432-281D-4DD8-B74E-71137D349F2D}" dt="2026-09-17T12:39:30.417" v="2584" actId="20577"/>
          <ac:spMkLst>
            <pc:docMk/>
            <pc:sldMk cId="1177597746" sldId="276"/>
            <ac:spMk id="31" creationId="{5FF0B1AB-64A6-AD65-9134-7EB1B9406B6D}"/>
          </ac:spMkLst>
        </pc:spChg>
        <pc:graphicFrameChg chg="add del mod modGraphic">
          <ac:chgData name="Flawiya Shirish More" userId="ada0e0fe-72f4-4635-a06f-315390d4cea4" providerId="ADAL" clId="{C4848432-281D-4DD8-B74E-71137D349F2D}" dt="2026-09-17T12:32:07.417" v="2472" actId="478"/>
          <ac:graphicFrameMkLst>
            <pc:docMk/>
            <pc:sldMk cId="1177597746" sldId="276"/>
            <ac:graphicFrameMk id="2" creationId="{B2D7A118-7BDA-A994-4C39-070D8BC1CBB7}"/>
          </ac:graphicFrameMkLst>
        </pc:graphicFrameChg>
        <pc:picChg chg="del mod">
          <ac:chgData name="Flawiya Shirish More" userId="ada0e0fe-72f4-4635-a06f-315390d4cea4" providerId="ADAL" clId="{C4848432-281D-4DD8-B74E-71137D349F2D}" dt="2026-09-17T12:32:09.142" v="2473" actId="478"/>
          <ac:picMkLst>
            <pc:docMk/>
            <pc:sldMk cId="1177597746" sldId="276"/>
            <ac:picMk id="5" creationId="{FBE8B863-F3B5-8832-89E4-C5C55838D481}"/>
          </ac:picMkLst>
        </pc:picChg>
      </pc:sldChg>
      <pc:sldChg chg="addSp delSp modSp add del mod ord">
        <pc:chgData name="Flawiya Shirish More" userId="ada0e0fe-72f4-4635-a06f-315390d4cea4" providerId="ADAL" clId="{C4848432-281D-4DD8-B74E-71137D349F2D}" dt="2026-09-17T12:16:00.797" v="2328" actId="2710"/>
        <pc:sldMkLst>
          <pc:docMk/>
          <pc:sldMk cId="1081132682" sldId="277"/>
        </pc:sldMkLst>
        <pc:spChg chg="mod">
          <ac:chgData name="Flawiya Shirish More" userId="ada0e0fe-72f4-4635-a06f-315390d4cea4" providerId="ADAL" clId="{C4848432-281D-4DD8-B74E-71137D349F2D}" dt="2026-09-17T12:15:45.855" v="2327" actId="14100"/>
          <ac:spMkLst>
            <pc:docMk/>
            <pc:sldMk cId="1081132682" sldId="277"/>
            <ac:spMk id="6" creationId="{0038B3BF-CFBC-8487-3C2E-7890E6EBC3B8}"/>
          </ac:spMkLst>
        </pc:spChg>
        <pc:spChg chg="mod">
          <ac:chgData name="Flawiya Shirish More" userId="ada0e0fe-72f4-4635-a06f-315390d4cea4" providerId="ADAL" clId="{C4848432-281D-4DD8-B74E-71137D349F2D}" dt="2026-09-17T12:16:00.797" v="2328" actId="2710"/>
          <ac:spMkLst>
            <pc:docMk/>
            <pc:sldMk cId="1081132682" sldId="277"/>
            <ac:spMk id="8" creationId="{4E8C0CE4-26A8-86B0-56CD-403EFB92EF7E}"/>
          </ac:spMkLst>
        </pc:spChg>
        <pc:picChg chg="add mod modCrop">
          <ac:chgData name="Flawiya Shirish More" userId="ada0e0fe-72f4-4635-a06f-315390d4cea4" providerId="ADAL" clId="{C4848432-281D-4DD8-B74E-71137D349F2D}" dt="2026-09-17T12:09:42.761" v="2324" actId="14100"/>
          <ac:picMkLst>
            <pc:docMk/>
            <pc:sldMk cId="1081132682" sldId="277"/>
            <ac:picMk id="3" creationId="{97B97E98-D703-6446-7F72-009385AB6FA6}"/>
          </ac:picMkLst>
        </pc:picChg>
        <pc:picChg chg="add del mod modCrop">
          <ac:chgData name="Flawiya Shirish More" userId="ada0e0fe-72f4-4635-a06f-315390d4cea4" providerId="ADAL" clId="{C4848432-281D-4DD8-B74E-71137D349F2D}" dt="2026-09-17T11:49:14.729" v="2049" actId="478"/>
          <ac:picMkLst>
            <pc:docMk/>
            <pc:sldMk cId="1081132682" sldId="277"/>
            <ac:picMk id="7" creationId="{CA63BD6C-098D-F4C9-15DD-44BB7AF94BF7}"/>
          </ac:picMkLst>
        </pc:picChg>
      </pc:sldChg>
      <pc:sldChg chg="addSp delSp modSp add mod ord modNotesTx">
        <pc:chgData name="Flawiya Shirish More" userId="ada0e0fe-72f4-4635-a06f-315390d4cea4" providerId="ADAL" clId="{C4848432-281D-4DD8-B74E-71137D349F2D}" dt="2026-09-17T12:40:19.969" v="2590" actId="20577"/>
        <pc:sldMkLst>
          <pc:docMk/>
          <pc:sldMk cId="2565026176" sldId="278"/>
        </pc:sldMkLst>
        <pc:spChg chg="mod">
          <ac:chgData name="Flawiya Shirish More" userId="ada0e0fe-72f4-4635-a06f-315390d4cea4" providerId="ADAL" clId="{C4848432-281D-4DD8-B74E-71137D349F2D}" dt="2026-09-17T12:40:12.230" v="2589" actId="20577"/>
          <ac:spMkLst>
            <pc:docMk/>
            <pc:sldMk cId="2565026176" sldId="278"/>
            <ac:spMk id="6" creationId="{8C855EC3-1C53-77B3-7925-96C62115C893}"/>
          </ac:spMkLst>
        </pc:spChg>
        <pc:spChg chg="del mod">
          <ac:chgData name="Flawiya Shirish More" userId="ada0e0fe-72f4-4635-a06f-315390d4cea4" providerId="ADAL" clId="{C4848432-281D-4DD8-B74E-71137D349F2D}" dt="2026-09-17T12:40:03.760" v="2587" actId="478"/>
          <ac:spMkLst>
            <pc:docMk/>
            <pc:sldMk cId="2565026176" sldId="278"/>
            <ac:spMk id="31" creationId="{89EDDFD8-20B3-8527-207D-27D2C99001D1}"/>
          </ac:spMkLst>
        </pc:spChg>
        <pc:graphicFrameChg chg="add mod modGraphic">
          <ac:chgData name="Flawiya Shirish More" userId="ada0e0fe-72f4-4635-a06f-315390d4cea4" providerId="ADAL" clId="{C4848432-281D-4DD8-B74E-71137D349F2D}" dt="2026-09-17T12:40:09.365" v="2588" actId="1076"/>
          <ac:graphicFrameMkLst>
            <pc:docMk/>
            <pc:sldMk cId="2565026176" sldId="278"/>
            <ac:graphicFrameMk id="5" creationId="{48153EFD-B416-303D-E966-018E8B2E1111}"/>
          </ac:graphicFrameMkLst>
        </pc:graphicFrameChg>
      </pc:sldChg>
      <pc:sldChg chg="modSp add del mod ord">
        <pc:chgData name="Flawiya Shirish More" userId="ada0e0fe-72f4-4635-a06f-315390d4cea4" providerId="ADAL" clId="{C4848432-281D-4DD8-B74E-71137D349F2D}" dt="2026-09-17T11:38:40.643" v="2037" actId="2890"/>
        <pc:sldMkLst>
          <pc:docMk/>
          <pc:sldMk cId="2630269407" sldId="279"/>
        </pc:sldMkLst>
        <pc:spChg chg="mod">
          <ac:chgData name="Flawiya Shirish More" userId="ada0e0fe-72f4-4635-a06f-315390d4cea4" providerId="ADAL" clId="{C4848432-281D-4DD8-B74E-71137D349F2D}" dt="2026-09-17T11:38:39.978" v="2035" actId="1076"/>
          <ac:spMkLst>
            <pc:docMk/>
            <pc:sldMk cId="2630269407" sldId="279"/>
            <ac:spMk id="3" creationId="{398CD297-AAC0-46FB-FA62-26E7196141B3}"/>
          </ac:spMkLst>
        </pc:spChg>
        <pc:picChg chg="mod">
          <ac:chgData name="Flawiya Shirish More" userId="ada0e0fe-72f4-4635-a06f-315390d4cea4" providerId="ADAL" clId="{C4848432-281D-4DD8-B74E-71137D349F2D}" dt="2026-09-17T11:38:38.285" v="2030" actId="14100"/>
          <ac:picMkLst>
            <pc:docMk/>
            <pc:sldMk cId="2630269407" sldId="279"/>
            <ac:picMk id="12" creationId="{14495A4D-B915-3066-5482-9FBF4B2BE3E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CBB319-B97B-4CBB-A641-E78903812260}"/>
              </a:ext>
            </a:extLst>
          </p:cNvPr>
          <p:cNvSpPr>
            <a:spLocks noGrp="1"/>
          </p:cNvSpPr>
          <p:nvPr>
            <p:ph type="hdr" sz="quarter"/>
          </p:nvPr>
        </p:nvSpPr>
        <p:spPr>
          <a:xfrm>
            <a:off x="1" y="1"/>
            <a:ext cx="3037840" cy="466435"/>
          </a:xfrm>
          <a:prstGeom prst="rect">
            <a:avLst/>
          </a:prstGeom>
        </p:spPr>
        <p:txBody>
          <a:bodyPr vert="horz" lIns="96606" tIns="48303" rIns="96606" bIns="48303" rtlCol="0"/>
          <a:lstStyle>
            <a:lvl1pPr algn="l">
              <a:defRPr sz="1300"/>
            </a:lvl1pPr>
          </a:lstStyle>
          <a:p>
            <a:endParaRPr lang="en-GB"/>
          </a:p>
        </p:txBody>
      </p:sp>
      <p:sp>
        <p:nvSpPr>
          <p:cNvPr id="3" name="Date Placeholder 2">
            <a:extLst>
              <a:ext uri="{FF2B5EF4-FFF2-40B4-BE49-F238E27FC236}">
                <a16:creationId xmlns:a16="http://schemas.microsoft.com/office/drawing/2014/main" id="{66EF0A95-6E7E-4061-9F2C-9C91EABD67BD}"/>
              </a:ext>
            </a:extLst>
          </p:cNvPr>
          <p:cNvSpPr>
            <a:spLocks noGrp="1"/>
          </p:cNvSpPr>
          <p:nvPr>
            <p:ph type="dt" sz="quarter" idx="1"/>
          </p:nvPr>
        </p:nvSpPr>
        <p:spPr>
          <a:xfrm>
            <a:off x="3970938" y="1"/>
            <a:ext cx="3037840" cy="466435"/>
          </a:xfrm>
          <a:prstGeom prst="rect">
            <a:avLst/>
          </a:prstGeom>
        </p:spPr>
        <p:txBody>
          <a:bodyPr vert="horz" lIns="96606" tIns="48303" rIns="96606" bIns="48303" rtlCol="0"/>
          <a:lstStyle>
            <a:lvl1pPr algn="r">
              <a:defRPr sz="1300"/>
            </a:lvl1pPr>
          </a:lstStyle>
          <a:p>
            <a:fld id="{7E212637-B648-4452-BACF-E65DA2BAD4E2}" type="datetimeFigureOut">
              <a:rPr lang="en-GB" smtClean="0"/>
              <a:t>17/09/2026</a:t>
            </a:fld>
            <a:endParaRPr lang="en-GB"/>
          </a:p>
        </p:txBody>
      </p:sp>
      <p:sp>
        <p:nvSpPr>
          <p:cNvPr id="4" name="Footer Placeholder 3">
            <a:extLst>
              <a:ext uri="{FF2B5EF4-FFF2-40B4-BE49-F238E27FC236}">
                <a16:creationId xmlns:a16="http://schemas.microsoft.com/office/drawing/2014/main" id="{8827FC16-0F79-4A2B-A92B-1FE4665C415A}"/>
              </a:ext>
            </a:extLst>
          </p:cNvPr>
          <p:cNvSpPr>
            <a:spLocks noGrp="1"/>
          </p:cNvSpPr>
          <p:nvPr>
            <p:ph type="ftr" sz="quarter" idx="2"/>
          </p:nvPr>
        </p:nvSpPr>
        <p:spPr>
          <a:xfrm>
            <a:off x="1" y="8829967"/>
            <a:ext cx="3037840" cy="466433"/>
          </a:xfrm>
          <a:prstGeom prst="rect">
            <a:avLst/>
          </a:prstGeom>
        </p:spPr>
        <p:txBody>
          <a:bodyPr vert="horz" lIns="96606" tIns="48303" rIns="96606" bIns="48303" rtlCol="0" anchor="b"/>
          <a:lstStyle>
            <a:lvl1pPr algn="l">
              <a:defRPr sz="1300"/>
            </a:lvl1pPr>
          </a:lstStyle>
          <a:p>
            <a:endParaRPr lang="en-GB"/>
          </a:p>
        </p:txBody>
      </p:sp>
      <p:sp>
        <p:nvSpPr>
          <p:cNvPr id="5" name="Slide Number Placeholder 4">
            <a:extLst>
              <a:ext uri="{FF2B5EF4-FFF2-40B4-BE49-F238E27FC236}">
                <a16:creationId xmlns:a16="http://schemas.microsoft.com/office/drawing/2014/main" id="{C6069C03-D245-4536-B5A9-5EC7D8E66541}"/>
              </a:ext>
            </a:extLst>
          </p:cNvPr>
          <p:cNvSpPr>
            <a:spLocks noGrp="1"/>
          </p:cNvSpPr>
          <p:nvPr>
            <p:ph type="sldNum" sz="quarter" idx="3"/>
          </p:nvPr>
        </p:nvSpPr>
        <p:spPr>
          <a:xfrm>
            <a:off x="3970938" y="8829967"/>
            <a:ext cx="3037840" cy="466433"/>
          </a:xfrm>
          <a:prstGeom prst="rect">
            <a:avLst/>
          </a:prstGeom>
        </p:spPr>
        <p:txBody>
          <a:bodyPr vert="horz" lIns="96606" tIns="48303" rIns="96606" bIns="48303" rtlCol="0" anchor="b"/>
          <a:lstStyle>
            <a:lvl1pPr algn="r">
              <a:defRPr sz="1300"/>
            </a:lvl1pPr>
          </a:lstStyle>
          <a:p>
            <a:fld id="{D7AD0E15-8375-4EC5-BA43-4236D632E37E}" type="slidenum">
              <a:rPr lang="en-GB" smtClean="0"/>
              <a:t>‹#›</a:t>
            </a:fld>
            <a:endParaRPr lang="en-GB"/>
          </a:p>
        </p:txBody>
      </p:sp>
    </p:spTree>
    <p:extLst>
      <p:ext uri="{BB962C8B-B14F-4D97-AF65-F5344CB8AC3E}">
        <p14:creationId xmlns:p14="http://schemas.microsoft.com/office/powerpoint/2010/main" val="3598485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840" cy="466435"/>
          </a:xfrm>
          <a:prstGeom prst="rect">
            <a:avLst/>
          </a:prstGeom>
        </p:spPr>
        <p:txBody>
          <a:bodyPr vert="horz" lIns="96606" tIns="48303" rIns="96606" bIns="48303" rtlCol="0"/>
          <a:lstStyle>
            <a:lvl1pPr algn="l">
              <a:defRPr sz="1300"/>
            </a:lvl1pPr>
          </a:lstStyle>
          <a:p>
            <a:endParaRPr lang="en-GB"/>
          </a:p>
        </p:txBody>
      </p:sp>
      <p:sp>
        <p:nvSpPr>
          <p:cNvPr id="3" name="Date Placeholder 2"/>
          <p:cNvSpPr>
            <a:spLocks noGrp="1"/>
          </p:cNvSpPr>
          <p:nvPr>
            <p:ph type="dt" idx="1"/>
          </p:nvPr>
        </p:nvSpPr>
        <p:spPr>
          <a:xfrm>
            <a:off x="3970938" y="1"/>
            <a:ext cx="3037840" cy="466435"/>
          </a:xfrm>
          <a:prstGeom prst="rect">
            <a:avLst/>
          </a:prstGeom>
        </p:spPr>
        <p:txBody>
          <a:bodyPr vert="horz" lIns="96606" tIns="48303" rIns="96606" bIns="48303" rtlCol="0"/>
          <a:lstStyle>
            <a:lvl1pPr algn="r">
              <a:defRPr sz="1300"/>
            </a:lvl1pPr>
          </a:lstStyle>
          <a:p>
            <a:fld id="{62716337-CC0F-4749-A815-C181EEAC580D}" type="datetimeFigureOut">
              <a:rPr lang="en-GB" smtClean="0"/>
              <a:t>17/09/2026</a:t>
            </a:fld>
            <a:endParaRPr lang="en-GB"/>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6606" tIns="48303" rIns="96606" bIns="48303" rtlCol="0" anchor="ctr"/>
          <a:lstStyle/>
          <a:p>
            <a:endParaRPr lang="en-GB"/>
          </a:p>
        </p:txBody>
      </p:sp>
      <p:sp>
        <p:nvSpPr>
          <p:cNvPr id="5" name="Notes Placeholder 4"/>
          <p:cNvSpPr>
            <a:spLocks noGrp="1"/>
          </p:cNvSpPr>
          <p:nvPr>
            <p:ph type="body" sz="quarter" idx="3"/>
          </p:nvPr>
        </p:nvSpPr>
        <p:spPr>
          <a:xfrm>
            <a:off x="701041" y="4473894"/>
            <a:ext cx="5608320" cy="3660457"/>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8829967"/>
            <a:ext cx="3037840" cy="466433"/>
          </a:xfrm>
          <a:prstGeom prst="rect">
            <a:avLst/>
          </a:prstGeom>
        </p:spPr>
        <p:txBody>
          <a:bodyPr vert="horz" lIns="96606" tIns="48303" rIns="96606" bIns="48303" rtlCol="0" anchor="b"/>
          <a:lstStyle>
            <a:lvl1pPr algn="l">
              <a:defRPr sz="1300"/>
            </a:lvl1pPr>
          </a:lstStyle>
          <a:p>
            <a:endParaRPr lang="en-GB"/>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6606" tIns="48303" rIns="96606" bIns="48303" rtlCol="0" anchor="b"/>
          <a:lstStyle>
            <a:lvl1pPr algn="r">
              <a:defRPr sz="1300"/>
            </a:lvl1pPr>
          </a:lstStyle>
          <a:p>
            <a:fld id="{F5BC383E-D29A-4571-8EFA-3D5D82F6232B}" type="slidenum">
              <a:rPr lang="en-GB" smtClean="0"/>
              <a:t>‹#›</a:t>
            </a:fld>
            <a:endParaRPr lang="en-GB"/>
          </a:p>
        </p:txBody>
      </p:sp>
    </p:spTree>
    <p:extLst>
      <p:ext uri="{BB962C8B-B14F-4D97-AF65-F5344CB8AC3E}">
        <p14:creationId xmlns:p14="http://schemas.microsoft.com/office/powerpoint/2010/main" val="250974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1</a:t>
            </a:fld>
            <a:endParaRPr lang="en-GB"/>
          </a:p>
        </p:txBody>
      </p:sp>
    </p:spTree>
    <p:extLst>
      <p:ext uri="{BB962C8B-B14F-4D97-AF65-F5344CB8AC3E}">
        <p14:creationId xmlns:p14="http://schemas.microsoft.com/office/powerpoint/2010/main" val="2951885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Primary Trigger:</a:t>
                </a:r>
                <a:r>
                  <a:rPr lang="en-GB" sz="1200" dirty="0"/>
                  <a:t> Minimum MSLP </a:t>
                </a:r>
                <a14:m>
                  <m:oMath xmlns:m="http://schemas.openxmlformats.org/officeDocument/2006/math">
                    <m:r>
                      <a:rPr lang="en-GB" sz="1200">
                        <a:latin typeface="Cambria Math" panose="02040503050406030204" pitchFamily="18" charset="0"/>
                      </a:rPr>
                      <m:t>&lt;995</m:t>
                    </m:r>
                    <m:r>
                      <m:rPr>
                        <m:nor/>
                      </m:rPr>
                      <a:rPr lang="en-GB" sz="1200" i="0"/>
                      <m:t> hPa</m:t>
                    </m:r>
                  </m:oMath>
                </a14:m>
                <a:r>
                  <a:rPr lang="en-GB" sz="1200" dirty="0"/>
                  <a:t> + Max Sustained Wind Speed.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Primary Trigger: </a:t>
                </a:r>
                <a:r>
                  <a:rPr lang="en-GB" sz="1200" dirty="0"/>
                  <a:t>MSLP Drop + Rapid Temperature Decrease  (</a:t>
                </a:r>
                <a14:m>
                  <m:oMath xmlns:m="http://schemas.openxmlformats.org/officeDocument/2006/math">
                    <m:sSup>
                      <m:sSupPr>
                        <m:ctrlPr>
                          <a:rPr lang="en-GB" sz="1200" b="0" smtClean="0">
                            <a:latin typeface="Cambria Math" panose="02040503050406030204" pitchFamily="18" charset="0"/>
                          </a:rPr>
                        </m:ctrlPr>
                      </m:sSupPr>
                      <m:e>
                        <m:r>
                          <a:rPr lang="en-GB" sz="1200" b="0" smtClean="0">
                            <a:latin typeface="Cambria Math" panose="02040503050406030204" pitchFamily="18" charset="0"/>
                          </a:rPr>
                          <m:t>5</m:t>
                        </m:r>
                      </m:e>
                      <m:sup>
                        <m:r>
                          <a:rPr lang="en-GB" sz="1200" b="0" smtClean="0">
                            <a:latin typeface="Cambria Math" panose="02040503050406030204" pitchFamily="18" charset="0"/>
                          </a:rPr>
                          <m:t>∘</m:t>
                        </m:r>
                      </m:sup>
                    </m:sSup>
                    <m:r>
                      <m:rPr>
                        <m:nor/>
                      </m:rPr>
                      <a:rPr lang="en-GB" sz="1200" i="0"/>
                      <m:t>C</m:t>
                    </m:r>
                  </m:oMath>
                </a14:m>
                <a:r>
                  <a:rPr lang="en-GB" sz="1200" dirty="0"/>
                  <a:t>/24h)</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GB"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Primary Trigger:</a:t>
                </a:r>
                <a:r>
                  <a:rPr lang="en-GB" sz="1200" dirty="0"/>
                  <a:t> Minimum MSLP </a:t>
                </a:r>
                <a:r>
                  <a:rPr lang="en-GB" sz="1200" i="0">
                    <a:latin typeface="Cambria Math" panose="02040503050406030204" pitchFamily="18" charset="0"/>
                  </a:rPr>
                  <a:t>&lt;995" hPa</a:t>
                </a:r>
                <a:r>
                  <a:rPr lang="en-GB" sz="1200" i="0"/>
                  <a:t>"</a:t>
                </a:r>
                <a:r>
                  <a:rPr lang="en-GB" sz="1200" dirty="0"/>
                  <a:t> + Max Sustained Wind Speed.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Primary Trigger: </a:t>
                </a:r>
                <a:r>
                  <a:rPr lang="en-GB" sz="1200" dirty="0"/>
                  <a:t>MSLP Drop + Rapid Temperature Decrease  (</a:t>
                </a:r>
                <a:r>
                  <a:rPr lang="en-GB" sz="1200" b="0" i="0">
                    <a:latin typeface="Cambria Math" panose="02040503050406030204" pitchFamily="18" charset="0"/>
                  </a:rPr>
                  <a:t>5^∘ "</a:t>
                </a:r>
                <a:r>
                  <a:rPr lang="en-GB" sz="1200" i="0">
                    <a:latin typeface="Cambria Math" panose="02040503050406030204" pitchFamily="18" charset="0"/>
                  </a:rPr>
                  <a:t>C</a:t>
                </a:r>
                <a:r>
                  <a:rPr lang="en-GB" sz="1200" i="0"/>
                  <a:t>"</a:t>
                </a:r>
                <a:r>
                  <a:rPr lang="en-GB" sz="1200" dirty="0"/>
                  <a:t>/24h)</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GB" dirty="0"/>
              </a:p>
            </p:txBody>
          </p:sp>
        </mc:Fallback>
      </mc:AlternateContent>
      <p:sp>
        <p:nvSpPr>
          <p:cNvPr id="4" name="Slide Number Placeholder 3"/>
          <p:cNvSpPr>
            <a:spLocks noGrp="1"/>
          </p:cNvSpPr>
          <p:nvPr>
            <p:ph type="sldNum" sz="quarter" idx="5"/>
          </p:nvPr>
        </p:nvSpPr>
        <p:spPr/>
        <p:txBody>
          <a:bodyPr/>
          <a:lstStyle/>
          <a:p>
            <a:fld id="{F5BC383E-D29A-4571-8EFA-3D5D82F6232B}" type="slidenum">
              <a:rPr lang="en-GB" smtClean="0"/>
              <a:t>2</a:t>
            </a:fld>
            <a:endParaRPr lang="en-GB"/>
          </a:p>
        </p:txBody>
      </p:sp>
    </p:spTree>
    <p:extLst>
      <p:ext uri="{BB962C8B-B14F-4D97-AF65-F5344CB8AC3E}">
        <p14:creationId xmlns:p14="http://schemas.microsoft.com/office/powerpoint/2010/main" val="1065298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Primary Trigger</a:t>
                </a:r>
                <a:r>
                  <a:rPr lang="en-GB" sz="1200" b="0" i="0" kern="1200" dirty="0">
                    <a:solidFill>
                      <a:schemeClr val="tx1"/>
                    </a:solidFill>
                    <a:effectLst/>
                    <a:latin typeface="+mn-lt"/>
                    <a:ea typeface="+mn-ea"/>
                    <a:cs typeface="+mn-cs"/>
                  </a:rPr>
                  <a:t>: Peak 10m Wind Gust (</a:t>
                </a:r>
                <a:r>
                  <a:rPr lang="en-GB" sz="1200" b="0" i="0" kern="1200" dirty="0" err="1">
                    <a:solidFill>
                      <a:schemeClr val="tx1"/>
                    </a:solidFill>
                    <a:effectLst/>
                    <a:latin typeface="+mn-lt"/>
                    <a:ea typeface="+mn-ea"/>
                    <a:cs typeface="+mn-cs"/>
                  </a:rPr>
                  <a:t>ee.Reducer.max</a:t>
                </a:r>
                <a:r>
                  <a:rPr lang="en-GB" sz="1200" b="0" i="0" kern="1200" dirty="0">
                    <a:solidFill>
                      <a:schemeClr val="tx1"/>
                    </a:solidFill>
                    <a:effectLst/>
                    <a:latin typeface="+mn-lt"/>
                    <a:ea typeface="+mn-ea"/>
                    <a:cs typeface="+mn-cs"/>
                  </a:rPr>
                  <a:t>) ≥ 63 km/h (</a:t>
                </a:r>
                <a:r>
                  <a:rPr lang="en-GB" sz="1200" b="0" i="0" kern="1200" dirty="0" err="1">
                    <a:solidFill>
                      <a:schemeClr val="tx1"/>
                    </a:solidFill>
                    <a:effectLst/>
                    <a:latin typeface="+mn-lt"/>
                    <a:ea typeface="+mn-ea"/>
                    <a:cs typeface="+mn-cs"/>
                  </a:rPr>
                  <a:t>Agro</a:t>
                </a:r>
                <a:r>
                  <a:rPr lang="en-GB" sz="1200" b="0" i="0" kern="1200" dirty="0">
                    <a:solidFill>
                      <a:schemeClr val="tx1"/>
                    </a:solidFill>
                    <a:effectLst/>
                    <a:latin typeface="+mn-lt"/>
                    <a:ea typeface="+mn-ea"/>
                    <a:cs typeface="+mn-cs"/>
                  </a:rPr>
                  <a:t> In-Season) / ≥ 119 km/h (Property Full-Year) + Kerry Emanuel PDI ($V^3$)</a:t>
                </a:r>
                <a:endParaRPr lang="en-GB"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Primary Trigger: </a:t>
                </a:r>
                <a:r>
                  <a:rPr lang="en-GB" sz="1200" dirty="0"/>
                  <a:t>MSLP Drop + Rapid Temperature Decrease  (</a:t>
                </a:r>
                <a:r>
                  <a:rPr lang="en-GB" sz="1200" b="0" i="0">
                    <a:latin typeface="Cambria Math" panose="02040503050406030204" pitchFamily="18" charset="0"/>
                  </a:rPr>
                  <a:t>5^∘ "</a:t>
                </a:r>
                <a:r>
                  <a:rPr lang="en-GB" sz="1200" i="0">
                    <a:latin typeface="Cambria Math" panose="02040503050406030204" pitchFamily="18" charset="0"/>
                  </a:rPr>
                  <a:t>C</a:t>
                </a:r>
                <a:r>
                  <a:rPr lang="en-GB" sz="1200" i="0"/>
                  <a:t>"</a:t>
                </a:r>
                <a:r>
                  <a:rPr lang="en-GB" sz="1200" dirty="0"/>
                  <a:t>/24h)</a:t>
                </a:r>
              </a:p>
              <a:p>
                <a:endParaRPr lang="en-GB" dirty="0"/>
              </a:p>
            </p:txBody>
          </p:sp>
        </mc:Fallback>
      </mc:AlternateContent>
      <p:sp>
        <p:nvSpPr>
          <p:cNvPr id="4" name="Slide Number Placeholder 3"/>
          <p:cNvSpPr>
            <a:spLocks noGrp="1"/>
          </p:cNvSpPr>
          <p:nvPr>
            <p:ph type="sldNum" sz="quarter" idx="5"/>
          </p:nvPr>
        </p:nvSpPr>
        <p:spPr/>
        <p:txBody>
          <a:bodyPr/>
          <a:lstStyle/>
          <a:p>
            <a:fld id="{F5BC383E-D29A-4571-8EFA-3D5D82F6232B}" type="slidenum">
              <a:rPr lang="en-GB" smtClean="0"/>
              <a:t>3</a:t>
            </a:fld>
            <a:endParaRPr lang="en-GB"/>
          </a:p>
        </p:txBody>
      </p:sp>
    </p:spTree>
    <p:extLst>
      <p:ext uri="{BB962C8B-B14F-4D97-AF65-F5344CB8AC3E}">
        <p14:creationId xmlns:p14="http://schemas.microsoft.com/office/powerpoint/2010/main" val="1684885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4</a:t>
            </a:fld>
            <a:endParaRPr lang="en-GB"/>
          </a:p>
        </p:txBody>
      </p:sp>
    </p:spTree>
    <p:extLst>
      <p:ext uri="{BB962C8B-B14F-4D97-AF65-F5344CB8AC3E}">
        <p14:creationId xmlns:p14="http://schemas.microsoft.com/office/powerpoint/2010/main" val="3977131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2B1B-BDE9-1CC5-5F19-9D0F2D2B3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2B59D-62B7-FB6C-9CC6-8BDC39E54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4E1E7-DD10-066C-B286-FF38CF97C03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5F19867-4CCB-980D-2F72-E146F47DDD8A}"/>
              </a:ext>
            </a:extLst>
          </p:cNvPr>
          <p:cNvSpPr>
            <a:spLocks noGrp="1"/>
          </p:cNvSpPr>
          <p:nvPr>
            <p:ph type="sldNum" sz="quarter" idx="5"/>
          </p:nvPr>
        </p:nvSpPr>
        <p:spPr/>
        <p:txBody>
          <a:bodyPr/>
          <a:lstStyle/>
          <a:p>
            <a:fld id="{F5BC383E-D29A-4571-8EFA-3D5D82F6232B}" type="slidenum">
              <a:rPr lang="en-GB" smtClean="0"/>
              <a:t>5</a:t>
            </a:fld>
            <a:endParaRPr lang="en-GB"/>
          </a:p>
        </p:txBody>
      </p:sp>
    </p:spTree>
    <p:extLst>
      <p:ext uri="{BB962C8B-B14F-4D97-AF65-F5344CB8AC3E}">
        <p14:creationId xmlns:p14="http://schemas.microsoft.com/office/powerpoint/2010/main" val="549077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6</a:t>
            </a:fld>
            <a:endParaRPr lang="en-GB"/>
          </a:p>
        </p:txBody>
      </p:sp>
    </p:spTree>
    <p:extLst>
      <p:ext uri="{BB962C8B-B14F-4D97-AF65-F5344CB8AC3E}">
        <p14:creationId xmlns:p14="http://schemas.microsoft.com/office/powerpoint/2010/main" val="425562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34290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Underwriting Benefit</a:t>
            </a:r>
            <a:r>
              <a:rPr lang="en-GB" sz="1800" b="0" i="0" dirty="0">
                <a:solidFill>
                  <a:schemeClr val="tx1"/>
                </a:solidFill>
                <a:effectLst/>
                <a:latin typeface="Avenir Next LT Pro" panose="020B0504020202020204" pitchFamily="34" charset="0"/>
              </a:rPr>
              <a:t>:</a:t>
            </a:r>
          </a:p>
          <a:p>
            <a:pPr marL="742950" lvl="1" indent="-285750" algn="just">
              <a:lnSpc>
                <a:spcPct val="150000"/>
              </a:lnSpc>
              <a:buFont typeface="Arial" panose="020B0604020202020204" pitchFamily="34" charset="0"/>
              <a:buChar char="•"/>
            </a:pPr>
            <a:r>
              <a:rPr lang="en-GB" sz="1800" b="0" i="0" dirty="0">
                <a:solidFill>
                  <a:schemeClr val="tx1"/>
                </a:solidFill>
                <a:effectLst/>
                <a:latin typeface="Avenir Next LT Pro" panose="020B0504020202020204" pitchFamily="34" charset="0"/>
              </a:rPr>
              <a:t>Eliminates model uncertainty and track interpolation errors, giving reinsurers an objective, independently audited dataset for claim payouts.</a:t>
            </a:r>
          </a:p>
          <a:p>
            <a:pPr marL="742950" lvl="1" indent="-285750" algn="just">
              <a:lnSpc>
                <a:spcPct val="100000"/>
              </a:lnSpc>
              <a:buFont typeface="Arial" panose="020B0604020202020204" pitchFamily="34" charset="0"/>
              <a:buChar char="•"/>
            </a:pPr>
            <a:r>
              <a:rPr lang="en-GB" sz="1200" b="0" i="1" kern="1200" dirty="0">
                <a:solidFill>
                  <a:schemeClr val="tx1"/>
                </a:solidFill>
                <a:effectLst/>
                <a:latin typeface="+mn-lt"/>
                <a:ea typeface="+mn-ea"/>
                <a:cs typeface="+mn-cs"/>
              </a:rPr>
              <a:t>However, Holland is a theoretical circular formula that misses terrain friction and only covers named tropical storms.</a:t>
            </a:r>
          </a:p>
          <a:p>
            <a:pPr marL="742950" lvl="1" indent="-285750" algn="just">
              <a:lnSpc>
                <a:spcPct val="100000"/>
              </a:lnSpc>
              <a:buFont typeface="Arial" panose="020B0604020202020204" pitchFamily="34" charset="0"/>
              <a:buChar char="•"/>
            </a:pPr>
            <a:r>
              <a:rPr lang="en-GB" sz="1200" b="0" i="1" kern="1200" dirty="0">
                <a:solidFill>
                  <a:schemeClr val="tx1"/>
                </a:solidFill>
                <a:effectLst/>
                <a:latin typeface="+mn-lt"/>
                <a:ea typeface="+mn-ea"/>
                <a:cs typeface="+mn-cs"/>
              </a:rPr>
              <a:t>We instead standardized on ECMWF ERA5 instantaneous wind gusts it directly captures actual physical wind speed across the entire continent, was verified against ground stations like Beira during Cyclone Idai, and provides 47 years of complete, uninterrupted data for underwriting.</a:t>
            </a:r>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7</a:t>
            </a:fld>
            <a:endParaRPr lang="en-GB"/>
          </a:p>
        </p:txBody>
      </p:sp>
    </p:spTree>
    <p:extLst>
      <p:ext uri="{BB962C8B-B14F-4D97-AF65-F5344CB8AC3E}">
        <p14:creationId xmlns:p14="http://schemas.microsoft.com/office/powerpoint/2010/main" val="1440122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5A4B-1114-8CE7-34C8-486643CF9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95560-5148-5DAB-EA45-A1C0D8797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F6EAF5-A7AD-1BD4-D586-1EB362D6065C}"/>
              </a:ext>
            </a:extLst>
          </p:cNvPr>
          <p:cNvSpPr>
            <a:spLocks noGrp="1"/>
          </p:cNvSpPr>
          <p:nvPr>
            <p:ph type="body" idx="1"/>
          </p:nvPr>
        </p:nvSpPr>
        <p:spPr/>
        <p:txBody>
          <a:bodyPr/>
          <a:lstStyle/>
          <a:p>
            <a:r>
              <a:rPr lang="en-GB" sz="1200" b="1" dirty="0"/>
              <a:t>Step 1: District Peak Wind Speed</a:t>
            </a:r>
          </a:p>
          <a:p>
            <a:r>
              <a:rPr lang="en-GB" sz="1200" dirty="0"/>
              <a:t>Formula: </a:t>
            </a:r>
            <a:r>
              <a:rPr lang="en-GB" sz="1200" b="1" dirty="0"/>
              <a:t>District Peak Wind = Maximum Wind Speed recorded anywhere inside the district boundary</a:t>
            </a:r>
          </a:p>
          <a:p>
            <a:pPr lvl="0"/>
            <a:r>
              <a:rPr lang="en-GB" sz="1200" i="1" dirty="0"/>
              <a:t>Plain Explanation</a:t>
            </a:r>
            <a:r>
              <a:rPr lang="en-GB" sz="1200" dirty="0"/>
              <a:t>: Captures the strongest gust inside the entire district polygon (the eyewall) rather than just looking at the </a:t>
            </a:r>
            <a:r>
              <a:rPr lang="en-GB" sz="1200" dirty="0" err="1"/>
              <a:t>center</a:t>
            </a:r>
            <a:r>
              <a:rPr lang="en-GB" sz="1200" dirty="0"/>
              <a:t> point.</a:t>
            </a:r>
          </a:p>
          <a:p>
            <a:endParaRPr lang="en-GB" sz="1200" dirty="0"/>
          </a:p>
          <a:p>
            <a:r>
              <a:rPr lang="en-GB" sz="1200" b="1" dirty="0"/>
              <a:t>Step 2: 72-Hour Reinsurance Event Window</a:t>
            </a:r>
          </a:p>
          <a:p>
            <a:pPr lvl="0"/>
            <a:r>
              <a:rPr lang="en-GB" sz="1200" dirty="0"/>
              <a:t>Formula: </a:t>
            </a:r>
            <a:r>
              <a:rPr lang="en-GB" sz="1200" b="1" dirty="0"/>
              <a:t>Event Window = (24 Hours Before Peak) to (48 Hours After Peak) = 72 Hours Total</a:t>
            </a:r>
          </a:p>
          <a:p>
            <a:pPr lvl="0"/>
            <a:r>
              <a:rPr lang="en-GB" sz="1200" i="1" dirty="0"/>
              <a:t>Plain Explanation</a:t>
            </a:r>
            <a:r>
              <a:rPr lang="en-GB" sz="1200" dirty="0"/>
              <a:t>: Groups hourly winds into a single 3-day storm event to match standard reinsurance contracts and prevent double-counting claims.</a:t>
            </a:r>
            <a:br>
              <a:rPr lang="en-GB" sz="1200" dirty="0"/>
            </a:br>
            <a:endParaRPr lang="en-GB" sz="1200" dirty="0"/>
          </a:p>
          <a:p>
            <a:r>
              <a:rPr lang="en-GB" sz="1200" b="1" dirty="0"/>
              <a:t>Step 3: Kerry Emanuel Power Dissipation Index (PDI)</a:t>
            </a:r>
          </a:p>
          <a:p>
            <a:pPr lvl="0"/>
            <a:r>
              <a:rPr lang="en-GB" sz="1200" dirty="0"/>
              <a:t>Formula: </a:t>
            </a:r>
            <a:r>
              <a:rPr lang="en-GB" sz="1200" b="1" dirty="0"/>
              <a:t>Excess Wind Speed = Maximum of (0, Wind Speed - Threshold)</a:t>
            </a:r>
            <a:br>
              <a:rPr lang="en-GB" sz="1200" b="1" dirty="0"/>
            </a:br>
            <a:r>
              <a:rPr lang="en-GB" sz="1200" b="1" dirty="0"/>
              <a:t>PDI = Sum of (Excess Wind Speed)³ ÷ 1,000</a:t>
            </a:r>
          </a:p>
          <a:p>
            <a:pPr lvl="0"/>
            <a:r>
              <a:rPr lang="en-GB" sz="1200" i="1" dirty="0"/>
              <a:t>Plain Explanation</a:t>
            </a:r>
            <a:r>
              <a:rPr lang="en-GB" sz="1200" dirty="0"/>
              <a:t>: Wind damage does not increase in a straight line—it cubes. For example, a 120 km/h wind causes roughly 8 times more destruction than a 60 km/h wind. Cubing the excess wind speed reflects real physical destruction to roofs and crops.</a:t>
            </a:r>
            <a:br>
              <a:rPr lang="en-GB" sz="1200" dirty="0"/>
            </a:br>
            <a:endParaRPr lang="en-GB" sz="1200" dirty="0"/>
          </a:p>
          <a:p>
            <a:r>
              <a:rPr lang="en-GB" sz="1200" b="1" dirty="0"/>
              <a:t>Step 4: Dual-Sector Payout Triggers</a:t>
            </a:r>
          </a:p>
          <a:p>
            <a:pPr lvl="0"/>
            <a:r>
              <a:rPr lang="en-GB" sz="1200" dirty="0"/>
              <a:t>Agriculture (Crop Lodging Trigger): </a:t>
            </a:r>
            <a:r>
              <a:rPr lang="en-GB" sz="1200" b="1" dirty="0"/>
              <a:t>Payout = YES, if Wind Speed &gt;= 63 km/h AND Date is between Planting and Harvest</a:t>
            </a:r>
            <a:br>
              <a:rPr lang="en-GB" sz="1200" dirty="0"/>
            </a:br>
            <a:r>
              <a:rPr lang="en-GB" sz="1200" i="1" dirty="0"/>
              <a:t>(Dry season winds on empty fields do not trigger a payout)</a:t>
            </a:r>
            <a:endParaRPr lang="en-GB" sz="1200" dirty="0"/>
          </a:p>
          <a:p>
            <a:pPr lvl="0"/>
            <a:r>
              <a:rPr lang="en-GB" sz="1200" dirty="0"/>
              <a:t>Commercial Property &amp; Ports (Structural Damage Trigger):</a:t>
            </a:r>
            <a:br>
              <a:rPr lang="en-GB" sz="1200" dirty="0"/>
            </a:br>
            <a:r>
              <a:rPr lang="en-GB" sz="1200" dirty="0"/>
              <a:t>Payout = YES, if Wind Speed &gt;= 119 km/h (Category 1 Hurricane Force)</a:t>
            </a:r>
            <a:br>
              <a:rPr lang="en-GB" sz="1200" dirty="0"/>
            </a:br>
            <a:r>
              <a:rPr lang="en-GB" sz="1200" i="1" dirty="0"/>
              <a:t>(Monitored 365 days a year across the entire calendar)</a:t>
            </a:r>
            <a:endParaRPr lang="en-GB" sz="1200" dirty="0"/>
          </a:p>
          <a:p>
            <a:pPr marL="171450" indent="-171450" algn="just" fontAlgn="t">
              <a:buFont typeface="Arial" panose="020B0604020202020204" pitchFamily="34" charset="0"/>
              <a:buChar cha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13CA2A5-61D2-D246-4234-6F3113071477}"/>
              </a:ext>
            </a:extLst>
          </p:cNvPr>
          <p:cNvSpPr>
            <a:spLocks noGrp="1"/>
          </p:cNvSpPr>
          <p:nvPr>
            <p:ph type="sldNum" sz="quarter" idx="5"/>
          </p:nvPr>
        </p:nvSpPr>
        <p:spPr/>
        <p:txBody>
          <a:bodyPr/>
          <a:lstStyle/>
          <a:p>
            <a:fld id="{F5BC383E-D29A-4571-8EFA-3D5D82F6232B}" type="slidenum">
              <a:rPr lang="en-GB" smtClean="0"/>
              <a:t>8</a:t>
            </a:fld>
            <a:endParaRPr lang="en-GB"/>
          </a:p>
        </p:txBody>
      </p:sp>
    </p:spTree>
    <p:extLst>
      <p:ext uri="{BB962C8B-B14F-4D97-AF65-F5344CB8AC3E}">
        <p14:creationId xmlns:p14="http://schemas.microsoft.com/office/powerpoint/2010/main" val="4007193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CD875-E630-3B4B-CDD2-8722C4A8B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AC9D6-EFE3-CB57-1F0B-CF115A103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827B5-45B7-552E-C8CF-AD708F1A3D74}"/>
              </a:ext>
            </a:extLst>
          </p:cNvPr>
          <p:cNvSpPr>
            <a:spLocks noGrp="1"/>
          </p:cNvSpPr>
          <p:nvPr>
            <p:ph type="body" idx="1"/>
          </p:nvPr>
        </p:nvSpPr>
        <p:spPr/>
        <p:txBody>
          <a:bodyPr/>
          <a:lstStyle/>
          <a:p>
            <a:pPr algn="just"/>
            <a:endParaRPr lang="en-GB" dirty="0"/>
          </a:p>
        </p:txBody>
      </p:sp>
      <p:sp>
        <p:nvSpPr>
          <p:cNvPr id="4" name="Slide Number Placeholder 3">
            <a:extLst>
              <a:ext uri="{FF2B5EF4-FFF2-40B4-BE49-F238E27FC236}">
                <a16:creationId xmlns:a16="http://schemas.microsoft.com/office/drawing/2014/main" id="{322A3CE9-9494-9729-C99F-9AD709749B13}"/>
              </a:ext>
            </a:extLst>
          </p:cNvPr>
          <p:cNvSpPr>
            <a:spLocks noGrp="1"/>
          </p:cNvSpPr>
          <p:nvPr>
            <p:ph type="sldNum" sz="quarter" idx="5"/>
          </p:nvPr>
        </p:nvSpPr>
        <p:spPr/>
        <p:txBody>
          <a:bodyPr/>
          <a:lstStyle/>
          <a:p>
            <a:fld id="{F5BC383E-D29A-4571-8EFA-3D5D82F6232B}" type="slidenum">
              <a:rPr lang="en-GB" smtClean="0"/>
              <a:t>9</a:t>
            </a:fld>
            <a:endParaRPr lang="en-GB"/>
          </a:p>
        </p:txBody>
      </p:sp>
    </p:spTree>
    <p:extLst>
      <p:ext uri="{BB962C8B-B14F-4D97-AF65-F5344CB8AC3E}">
        <p14:creationId xmlns:p14="http://schemas.microsoft.com/office/powerpoint/2010/main" val="3683453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5BC383E-D29A-4571-8EFA-3D5D82F6232B}" type="slidenum">
              <a:rPr lang="en-GB" smtClean="0"/>
              <a:t>10</a:t>
            </a:fld>
            <a:endParaRPr lang="en-GB"/>
          </a:p>
        </p:txBody>
      </p:sp>
    </p:spTree>
    <p:extLst>
      <p:ext uri="{BB962C8B-B14F-4D97-AF65-F5344CB8AC3E}">
        <p14:creationId xmlns:p14="http://schemas.microsoft.com/office/powerpoint/2010/main" val="2079113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60E460F3-D490-E429-2393-15281F9C687E}"/>
              </a:ext>
            </a:extLst>
          </p:cNvPr>
          <p:cNvSpPr>
            <a:spLocks noGrp="1"/>
          </p:cNvSpPr>
          <p:nvPr>
            <p:ph type="title"/>
          </p:nvPr>
        </p:nvSpPr>
        <p:spPr>
          <a:xfrm>
            <a:off x="6182690" y="3060088"/>
            <a:ext cx="5721140" cy="1325563"/>
          </a:xfrm>
          <a:prstGeom prst="rect">
            <a:avLst/>
          </a:prstGeom>
        </p:spPr>
        <p:txBody>
          <a:bodyPr vert="horz" lIns="91440" tIns="45720" rIns="91440" bIns="45720" rtlCol="0" anchor="ctr">
            <a:noAutofit/>
          </a:bodyPr>
          <a:lstStyle/>
          <a:p>
            <a:r>
              <a:rPr lang="en-US"/>
              <a:t>Click to edit Master title style</a:t>
            </a:r>
            <a:endParaRPr lang="en-GB"/>
          </a:p>
        </p:txBody>
      </p:sp>
      <p:sp>
        <p:nvSpPr>
          <p:cNvPr id="4" name="Text Placeholder 8">
            <a:extLst>
              <a:ext uri="{FF2B5EF4-FFF2-40B4-BE49-F238E27FC236}">
                <a16:creationId xmlns:a16="http://schemas.microsoft.com/office/drawing/2014/main" id="{EB2CBB1D-4E2F-514D-5E2A-72195BBD7DB0}"/>
              </a:ext>
            </a:extLst>
          </p:cNvPr>
          <p:cNvSpPr>
            <a:spLocks noGrp="1"/>
          </p:cNvSpPr>
          <p:nvPr>
            <p:ph type="body" sz="quarter" idx="11"/>
          </p:nvPr>
        </p:nvSpPr>
        <p:spPr>
          <a:xfrm>
            <a:off x="6182690" y="5064125"/>
            <a:ext cx="5721140" cy="1073150"/>
          </a:xfrm>
          <a:prstGeom prst="rect">
            <a:avLst/>
          </a:prstGeom>
        </p:spPr>
        <p:txBody>
          <a:bodyPr/>
          <a:lstStyle>
            <a:lvl1pPr marL="0" indent="0" algn="r" defTabSz="914400" rtl="0" eaLnBrk="1" latinLnBrk="0" hangingPunct="1">
              <a:lnSpc>
                <a:spcPct val="90000"/>
              </a:lnSpc>
              <a:spcBef>
                <a:spcPct val="0"/>
              </a:spcBef>
              <a:buNone/>
              <a:defRPr lang="en-US" sz="2800" kern="1200" dirty="0" smtClean="0">
                <a:solidFill>
                  <a:schemeClr val="bg1"/>
                </a:solidFill>
                <a:latin typeface="Cairo" panose="00000800000000000000" pitchFamily="2" charset="-78"/>
                <a:ea typeface="+mj-ea"/>
                <a:cs typeface="Cairo" panose="00000800000000000000" pitchFamily="2" charset="-78"/>
              </a:defRPr>
            </a:lvl1pPr>
          </a:lstStyle>
          <a:p>
            <a:pPr lvl="0"/>
            <a:r>
              <a:rPr lang="en-US" dirty="0"/>
              <a:t>Click to edit Master text styles</a:t>
            </a:r>
          </a:p>
        </p:txBody>
      </p:sp>
      <p:sp>
        <p:nvSpPr>
          <p:cNvPr id="6" name="Footer Placeholder 5">
            <a:extLst>
              <a:ext uri="{FF2B5EF4-FFF2-40B4-BE49-F238E27FC236}">
                <a16:creationId xmlns:a16="http://schemas.microsoft.com/office/drawing/2014/main" id="{57A9C4F9-BA8A-ECCB-509D-FF1D19B05309}"/>
              </a:ext>
            </a:extLst>
          </p:cNvPr>
          <p:cNvSpPr>
            <a:spLocks noGrp="1"/>
          </p:cNvSpPr>
          <p:nvPr>
            <p:ph type="ftr" sz="quarter" idx="12"/>
          </p:nvPr>
        </p:nvSpPr>
        <p:spPr>
          <a:xfrm>
            <a:off x="251605" y="6310313"/>
            <a:ext cx="4114800" cy="365125"/>
          </a:xfrm>
        </p:spPr>
        <p:txBody>
          <a:bodyPr anchor="b"/>
          <a:lstStyle/>
          <a:p>
            <a:r>
              <a:rPr lang="en-GB"/>
              <a:t>Private &amp; Confidential</a:t>
            </a:r>
            <a:endParaRPr lang="en-GB" dirty="0"/>
          </a:p>
        </p:txBody>
      </p:sp>
    </p:spTree>
    <p:extLst>
      <p:ext uri="{BB962C8B-B14F-4D97-AF65-F5344CB8AC3E}">
        <p14:creationId xmlns:p14="http://schemas.microsoft.com/office/powerpoint/2010/main" val="1961134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60E460F3-D490-E429-2393-15281F9C687E}"/>
              </a:ext>
            </a:extLst>
          </p:cNvPr>
          <p:cNvSpPr>
            <a:spLocks noGrp="1"/>
          </p:cNvSpPr>
          <p:nvPr>
            <p:ph type="title"/>
          </p:nvPr>
        </p:nvSpPr>
        <p:spPr>
          <a:xfrm>
            <a:off x="6182690" y="3060088"/>
            <a:ext cx="5721140" cy="1325563"/>
          </a:xfrm>
          <a:prstGeom prst="rect">
            <a:avLst/>
          </a:prstGeom>
        </p:spPr>
        <p:txBody>
          <a:bodyPr vert="horz" lIns="91440" tIns="45720" rIns="91440" bIns="45720" rtlCol="0" anchor="ctr">
            <a:noAutofit/>
          </a:bodyPr>
          <a:lstStyle/>
          <a:p>
            <a:r>
              <a:rPr lang="en-US"/>
              <a:t>Click to edit Master title style</a:t>
            </a:r>
            <a:endParaRPr lang="en-GB"/>
          </a:p>
        </p:txBody>
      </p:sp>
      <p:sp>
        <p:nvSpPr>
          <p:cNvPr id="4" name="Text Placeholder 8">
            <a:extLst>
              <a:ext uri="{FF2B5EF4-FFF2-40B4-BE49-F238E27FC236}">
                <a16:creationId xmlns:a16="http://schemas.microsoft.com/office/drawing/2014/main" id="{EB2CBB1D-4E2F-514D-5E2A-72195BBD7DB0}"/>
              </a:ext>
            </a:extLst>
          </p:cNvPr>
          <p:cNvSpPr>
            <a:spLocks noGrp="1"/>
          </p:cNvSpPr>
          <p:nvPr>
            <p:ph type="body" sz="quarter" idx="11"/>
          </p:nvPr>
        </p:nvSpPr>
        <p:spPr>
          <a:xfrm>
            <a:off x="6182690" y="5064125"/>
            <a:ext cx="5721140" cy="1073150"/>
          </a:xfrm>
          <a:prstGeom prst="rect">
            <a:avLst/>
          </a:prstGeom>
        </p:spPr>
        <p:txBody>
          <a:bodyPr/>
          <a:lstStyle>
            <a:lvl1pPr marL="0" indent="0" algn="r" defTabSz="914400" rtl="0" eaLnBrk="1" latinLnBrk="0" hangingPunct="1">
              <a:lnSpc>
                <a:spcPct val="90000"/>
              </a:lnSpc>
              <a:spcBef>
                <a:spcPct val="0"/>
              </a:spcBef>
              <a:buNone/>
              <a:defRPr lang="en-US" sz="2800" kern="1200" dirty="0" smtClean="0">
                <a:solidFill>
                  <a:schemeClr val="bg1"/>
                </a:solidFill>
                <a:latin typeface="Cairo" panose="00000800000000000000" pitchFamily="2" charset="-78"/>
                <a:ea typeface="+mj-ea"/>
                <a:cs typeface="Cairo" panose="00000800000000000000" pitchFamily="2" charset="-78"/>
              </a:defRPr>
            </a:lvl1pPr>
          </a:lstStyle>
          <a:p>
            <a:pPr lvl="0"/>
            <a:r>
              <a:rPr lang="en-US" dirty="0"/>
              <a:t>Click to edit Master text styles</a:t>
            </a:r>
          </a:p>
        </p:txBody>
      </p:sp>
      <p:sp>
        <p:nvSpPr>
          <p:cNvPr id="6" name="Footer Placeholder 5">
            <a:extLst>
              <a:ext uri="{FF2B5EF4-FFF2-40B4-BE49-F238E27FC236}">
                <a16:creationId xmlns:a16="http://schemas.microsoft.com/office/drawing/2014/main" id="{57A9C4F9-BA8A-ECCB-509D-FF1D19B05309}"/>
              </a:ext>
            </a:extLst>
          </p:cNvPr>
          <p:cNvSpPr>
            <a:spLocks noGrp="1"/>
          </p:cNvSpPr>
          <p:nvPr>
            <p:ph type="ftr" sz="quarter" idx="12"/>
          </p:nvPr>
        </p:nvSpPr>
        <p:spPr>
          <a:xfrm>
            <a:off x="251605" y="6310313"/>
            <a:ext cx="4114800" cy="365125"/>
          </a:xfrm>
        </p:spPr>
        <p:txBody>
          <a:bodyPr anchor="b"/>
          <a:lstStyle/>
          <a:p>
            <a:r>
              <a:rPr lang="en-GB"/>
              <a:t>Private &amp; Confidential</a:t>
            </a:r>
            <a:endParaRPr lang="en-GB" dirty="0"/>
          </a:p>
        </p:txBody>
      </p:sp>
    </p:spTree>
    <p:extLst>
      <p:ext uri="{BB962C8B-B14F-4D97-AF65-F5344CB8AC3E}">
        <p14:creationId xmlns:p14="http://schemas.microsoft.com/office/powerpoint/2010/main" val="121428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E251F523-59C7-44E0-AC21-25E287DD63FF}"/>
              </a:ext>
            </a:extLst>
          </p:cNvPr>
          <p:cNvSpPr>
            <a:spLocks noGrp="1"/>
          </p:cNvSpPr>
          <p:nvPr>
            <p:ph type="body" sz="quarter" idx="11"/>
          </p:nvPr>
        </p:nvSpPr>
        <p:spPr>
          <a:xfrm>
            <a:off x="4630056" y="4380139"/>
            <a:ext cx="7402513" cy="1073150"/>
          </a:xfrm>
          <a:prstGeom prst="rect">
            <a:avLst/>
          </a:prstGeom>
        </p:spPr>
        <p:txBody>
          <a:bodyPr/>
          <a:lstStyle>
            <a:lvl1pPr marL="0" indent="0" algn="l" defTabSz="914400" rtl="0" eaLnBrk="1" latinLnBrk="0" hangingPunct="1">
              <a:lnSpc>
                <a:spcPct val="90000"/>
              </a:lnSpc>
              <a:spcBef>
                <a:spcPct val="0"/>
              </a:spcBef>
              <a:buNone/>
              <a:defRPr lang="en-US" sz="2800" kern="1200" dirty="0" smtClean="0">
                <a:solidFill>
                  <a:srgbClr val="240B60"/>
                </a:solidFill>
                <a:latin typeface="Cairo" panose="00000800000000000000" pitchFamily="2" charset="-78"/>
                <a:ea typeface="+mj-ea"/>
                <a:cs typeface="Cairo" panose="00000800000000000000" pitchFamily="2" charset="-78"/>
              </a:defRPr>
            </a:lvl1pPr>
          </a:lstStyle>
          <a:p>
            <a:pPr lvl="0"/>
            <a:r>
              <a:rPr lang="en-US"/>
              <a:t>Click to edit Master text styles</a:t>
            </a:r>
          </a:p>
        </p:txBody>
      </p:sp>
      <p:sp>
        <p:nvSpPr>
          <p:cNvPr id="11" name="Title 10">
            <a:extLst>
              <a:ext uri="{FF2B5EF4-FFF2-40B4-BE49-F238E27FC236}">
                <a16:creationId xmlns:a16="http://schemas.microsoft.com/office/drawing/2014/main" id="{7A141497-36C3-40EF-B498-A9A0DA4F820D}"/>
              </a:ext>
            </a:extLst>
          </p:cNvPr>
          <p:cNvSpPr>
            <a:spLocks noGrp="1"/>
          </p:cNvSpPr>
          <p:nvPr>
            <p:ph type="title"/>
          </p:nvPr>
        </p:nvSpPr>
        <p:spPr>
          <a:xfrm>
            <a:off x="4635567" y="3429000"/>
            <a:ext cx="7556433" cy="731792"/>
          </a:xfrm>
        </p:spPr>
        <p:txBody>
          <a:bodyPr anchor="b"/>
          <a:lstStyle/>
          <a:p>
            <a:r>
              <a:rPr lang="en-US" dirty="0"/>
              <a:t>Click to edit Master title style</a:t>
            </a:r>
            <a:endParaRPr lang="en-GB" dirty="0"/>
          </a:p>
        </p:txBody>
      </p:sp>
      <p:sp>
        <p:nvSpPr>
          <p:cNvPr id="3" name="Footer Placeholder 2">
            <a:extLst>
              <a:ext uri="{FF2B5EF4-FFF2-40B4-BE49-F238E27FC236}">
                <a16:creationId xmlns:a16="http://schemas.microsoft.com/office/drawing/2014/main" id="{F579D9D4-70EA-87D2-CE87-E24AFADC0411}"/>
              </a:ext>
            </a:extLst>
          </p:cNvPr>
          <p:cNvSpPr>
            <a:spLocks noGrp="1"/>
          </p:cNvSpPr>
          <p:nvPr>
            <p:ph type="ftr" sz="quarter" idx="12"/>
          </p:nvPr>
        </p:nvSpPr>
        <p:spPr/>
        <p:txBody>
          <a:bodyPr/>
          <a:lstStyle/>
          <a:p>
            <a:r>
              <a:rPr lang="en-US"/>
              <a:t>Private &amp; Confidential</a:t>
            </a:r>
            <a:endParaRPr lang="en-GB" dirty="0"/>
          </a:p>
        </p:txBody>
      </p:sp>
    </p:spTree>
    <p:extLst>
      <p:ext uri="{BB962C8B-B14F-4D97-AF65-F5344CB8AC3E}">
        <p14:creationId xmlns:p14="http://schemas.microsoft.com/office/powerpoint/2010/main" val="289114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35B813-C7B9-4148-8468-D6634F20AC8E}"/>
              </a:ext>
            </a:extLst>
          </p:cNvPr>
          <p:cNvSpPr>
            <a:spLocks noGrp="1"/>
          </p:cNvSpPr>
          <p:nvPr>
            <p:ph sz="half" idx="1"/>
          </p:nvPr>
        </p:nvSpPr>
        <p:spPr>
          <a:xfrm>
            <a:off x="787955" y="1426866"/>
            <a:ext cx="5308043" cy="4715142"/>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371B069-6648-418A-85BF-5FB09B435AE1}"/>
              </a:ext>
            </a:extLst>
          </p:cNvPr>
          <p:cNvSpPr>
            <a:spLocks noGrp="1"/>
          </p:cNvSpPr>
          <p:nvPr>
            <p:ph sz="half" idx="2"/>
          </p:nvPr>
        </p:nvSpPr>
        <p:spPr>
          <a:xfrm>
            <a:off x="6172200" y="1426866"/>
            <a:ext cx="5308042" cy="471514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D91FADA3-00D0-F1B0-1031-3A3E7E2487D0}"/>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8" name="Footer Placeholder 7">
            <a:extLst>
              <a:ext uri="{FF2B5EF4-FFF2-40B4-BE49-F238E27FC236}">
                <a16:creationId xmlns:a16="http://schemas.microsoft.com/office/drawing/2014/main" id="{CAD6248F-7EB6-7D0A-975B-DBD16B41F58C}"/>
              </a:ext>
            </a:extLst>
          </p:cNvPr>
          <p:cNvSpPr>
            <a:spLocks noGrp="1"/>
          </p:cNvSpPr>
          <p:nvPr>
            <p:ph type="ftr" sz="quarter" idx="12"/>
          </p:nvPr>
        </p:nvSpPr>
        <p:spPr/>
        <p:txBody>
          <a:bodyPr/>
          <a:lstStyle/>
          <a:p>
            <a:r>
              <a:rPr lang="en-GB"/>
              <a:t>Private &amp; Confidential</a:t>
            </a:r>
            <a:endParaRPr lang="en-GB" dirty="0"/>
          </a:p>
        </p:txBody>
      </p:sp>
      <p:sp>
        <p:nvSpPr>
          <p:cNvPr id="5" name="Title Placeholder 1">
            <a:extLst>
              <a:ext uri="{FF2B5EF4-FFF2-40B4-BE49-F238E27FC236}">
                <a16:creationId xmlns:a16="http://schemas.microsoft.com/office/drawing/2014/main" id="{061CDCDF-E4A9-62BF-8DE5-EE6BE1B6F1E6}"/>
              </a:ext>
            </a:extLst>
          </p:cNvPr>
          <p:cNvSpPr>
            <a:spLocks noGrp="1"/>
          </p:cNvSpPr>
          <p:nvPr>
            <p:ph type="title"/>
          </p:nvPr>
        </p:nvSpPr>
        <p:spPr>
          <a:xfrm>
            <a:off x="711758" y="685097"/>
            <a:ext cx="10783556"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7093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9BE2F-A423-43F1-8573-6ACFA91AD082}"/>
              </a:ext>
            </a:extLst>
          </p:cNvPr>
          <p:cNvSpPr>
            <a:spLocks noGrp="1"/>
          </p:cNvSpPr>
          <p:nvPr>
            <p:ph idx="1"/>
          </p:nvPr>
        </p:nvSpPr>
        <p:spPr>
          <a:xfrm>
            <a:off x="783772" y="1430235"/>
            <a:ext cx="10694795" cy="479959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148F9F9F-A3A3-1358-C040-3BDB02D466FB}"/>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9" name="Footer Placeholder 8">
            <a:extLst>
              <a:ext uri="{FF2B5EF4-FFF2-40B4-BE49-F238E27FC236}">
                <a16:creationId xmlns:a16="http://schemas.microsoft.com/office/drawing/2014/main" id="{14CF47CB-F540-5265-F4D7-CA3BED5B6F47}"/>
              </a:ext>
            </a:extLst>
          </p:cNvPr>
          <p:cNvSpPr>
            <a:spLocks noGrp="1"/>
          </p:cNvSpPr>
          <p:nvPr>
            <p:ph type="ftr" sz="quarter" idx="12"/>
          </p:nvPr>
        </p:nvSpPr>
        <p:spPr/>
        <p:txBody>
          <a:bodyPr/>
          <a:lstStyle/>
          <a:p>
            <a:r>
              <a:rPr lang="en-GB"/>
              <a:t>Private &amp; Confidential</a:t>
            </a:r>
            <a:endParaRPr lang="en-GB" dirty="0"/>
          </a:p>
        </p:txBody>
      </p:sp>
      <p:sp>
        <p:nvSpPr>
          <p:cNvPr id="2" name="Title Placeholder 1">
            <a:extLst>
              <a:ext uri="{FF2B5EF4-FFF2-40B4-BE49-F238E27FC236}">
                <a16:creationId xmlns:a16="http://schemas.microsoft.com/office/drawing/2014/main" id="{00B26DC5-DDFE-89E2-5A3B-DD0ACB459873}"/>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lvl1pPr>
              <a:defRPr sz="3600" b="0">
                <a:latin typeface="Cairo Medium" pitchFamily="2" charset="-78"/>
                <a:cs typeface="Cairo Medium" pitchFamily="2" charset="-78"/>
              </a:defRPr>
            </a:lvl1pPr>
          </a:lstStyle>
          <a:p>
            <a:r>
              <a:rPr lang="en-US" dirty="0"/>
              <a:t>Click to edit Master title style</a:t>
            </a:r>
            <a:endParaRPr lang="en-GB" dirty="0"/>
          </a:p>
        </p:txBody>
      </p:sp>
    </p:spTree>
    <p:extLst>
      <p:ext uri="{BB962C8B-B14F-4D97-AF65-F5344CB8AC3E}">
        <p14:creationId xmlns:p14="http://schemas.microsoft.com/office/powerpoint/2010/main" val="3120308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7E3492-1E5E-4471-AF13-27D3F0DFDB05}"/>
              </a:ext>
            </a:extLst>
          </p:cNvPr>
          <p:cNvSpPr>
            <a:spLocks noGrp="1"/>
          </p:cNvSpPr>
          <p:nvPr>
            <p:ph type="body" idx="1"/>
          </p:nvPr>
        </p:nvSpPr>
        <p:spPr>
          <a:xfrm>
            <a:off x="784868" y="1430465"/>
            <a:ext cx="5311132" cy="636778"/>
          </a:xfrm>
          <a:prstGeom prst="rect">
            <a:avLst/>
          </a:prstGeom>
        </p:spPr>
        <p:txBody>
          <a:bodyPr anchor="t">
            <a:normAutofit/>
          </a:bodyPr>
          <a:lstStyle>
            <a:lvl1pPr marL="0" indent="0">
              <a:buNone/>
              <a:defRPr sz="2800" b="0">
                <a:solidFill>
                  <a:srgbClr val="240B60"/>
                </a:solidFill>
                <a:latin typeface="Cairo" panose="00000800000000000000" pitchFamily="2" charset="-78"/>
                <a:cs typeface="Cairo" panose="00000800000000000000" pitchFamily="2"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77AF75C-BFEF-43D8-900B-A212B022ADD0}"/>
              </a:ext>
            </a:extLst>
          </p:cNvPr>
          <p:cNvSpPr>
            <a:spLocks noGrp="1"/>
          </p:cNvSpPr>
          <p:nvPr>
            <p:ph sz="half" idx="2"/>
          </p:nvPr>
        </p:nvSpPr>
        <p:spPr>
          <a:xfrm>
            <a:off x="781692" y="2087909"/>
            <a:ext cx="5311132" cy="408479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4F6072-5233-4C61-886D-7A1AFB6B2A99}"/>
              </a:ext>
            </a:extLst>
          </p:cNvPr>
          <p:cNvSpPr>
            <a:spLocks noGrp="1"/>
          </p:cNvSpPr>
          <p:nvPr>
            <p:ph type="body" sz="quarter" idx="3"/>
          </p:nvPr>
        </p:nvSpPr>
        <p:spPr>
          <a:xfrm>
            <a:off x="6164261" y="1416778"/>
            <a:ext cx="5317481" cy="636778"/>
          </a:xfrm>
          <a:prstGeom prst="rect">
            <a:avLst/>
          </a:prstGeom>
        </p:spPr>
        <p:txBody>
          <a:bodyPr anchor="t">
            <a:noAutofit/>
          </a:bodyPr>
          <a:lstStyle>
            <a:lvl1pPr marL="0" indent="0">
              <a:buNone/>
              <a:defRPr sz="2800" b="0">
                <a:solidFill>
                  <a:srgbClr val="240B60"/>
                </a:solidFill>
                <a:latin typeface="Cairo" panose="00000800000000000000" pitchFamily="2" charset="-78"/>
                <a:cs typeface="Cairo" panose="00000800000000000000" pitchFamily="2" charset="-7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AAFB977-7AF0-4A09-9C88-06A36627D5C5}"/>
              </a:ext>
            </a:extLst>
          </p:cNvPr>
          <p:cNvSpPr>
            <a:spLocks noGrp="1"/>
          </p:cNvSpPr>
          <p:nvPr>
            <p:ph sz="quarter" idx="4"/>
          </p:nvPr>
        </p:nvSpPr>
        <p:spPr>
          <a:xfrm>
            <a:off x="6167435" y="2074223"/>
            <a:ext cx="5311131" cy="4084792"/>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9">
            <a:extLst>
              <a:ext uri="{FF2B5EF4-FFF2-40B4-BE49-F238E27FC236}">
                <a16:creationId xmlns:a16="http://schemas.microsoft.com/office/drawing/2014/main" id="{3CB2A309-76BD-D839-DCFD-98E9B1B369BB}"/>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11" name="Footer Placeholder 10">
            <a:extLst>
              <a:ext uri="{FF2B5EF4-FFF2-40B4-BE49-F238E27FC236}">
                <a16:creationId xmlns:a16="http://schemas.microsoft.com/office/drawing/2014/main" id="{F511415A-1CF6-AB0C-CE0B-801CFE33F503}"/>
              </a:ext>
            </a:extLst>
          </p:cNvPr>
          <p:cNvSpPr>
            <a:spLocks noGrp="1"/>
          </p:cNvSpPr>
          <p:nvPr>
            <p:ph type="ftr" sz="quarter" idx="12"/>
          </p:nvPr>
        </p:nvSpPr>
        <p:spPr/>
        <p:txBody>
          <a:bodyPr/>
          <a:lstStyle/>
          <a:p>
            <a:r>
              <a:rPr lang="en-GB"/>
              <a:t>Private &amp; Confidential</a:t>
            </a:r>
            <a:endParaRPr lang="en-GB" dirty="0"/>
          </a:p>
        </p:txBody>
      </p:sp>
      <p:sp>
        <p:nvSpPr>
          <p:cNvPr id="7" name="Title Placeholder 1">
            <a:extLst>
              <a:ext uri="{FF2B5EF4-FFF2-40B4-BE49-F238E27FC236}">
                <a16:creationId xmlns:a16="http://schemas.microsoft.com/office/drawing/2014/main" id="{80D8FDE6-6486-F78B-BDD5-E169069B6009}"/>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174533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7D8224-2F85-4804-AE5A-5DEC7CBA5029}"/>
              </a:ext>
            </a:extLst>
          </p:cNvPr>
          <p:cNvSpPr>
            <a:spLocks noGrp="1"/>
          </p:cNvSpPr>
          <p:nvPr>
            <p:ph type="pic" idx="1"/>
          </p:nvPr>
        </p:nvSpPr>
        <p:spPr>
          <a:xfrm>
            <a:off x="5183188" y="1523999"/>
            <a:ext cx="6172200" cy="45748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964EE1B-6CAC-42A1-869F-79FA2C94009F}"/>
              </a:ext>
            </a:extLst>
          </p:cNvPr>
          <p:cNvSpPr>
            <a:spLocks noGrp="1"/>
          </p:cNvSpPr>
          <p:nvPr>
            <p:ph type="body" sz="half" idx="2"/>
          </p:nvPr>
        </p:nvSpPr>
        <p:spPr>
          <a:xfrm>
            <a:off x="839788" y="1524000"/>
            <a:ext cx="4114800" cy="45748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51D8CE2-9FF8-4ACE-E6F7-C34CC7FD4D45}"/>
              </a:ext>
            </a:extLst>
          </p:cNvPr>
          <p:cNvSpPr>
            <a:spLocks noGrp="1"/>
          </p:cNvSpPr>
          <p:nvPr>
            <p:ph type="sldNum" sz="quarter" idx="11"/>
          </p:nvPr>
        </p:nvSpPr>
        <p:spPr/>
        <p:txBody>
          <a:bodyPr/>
          <a:lstStyle/>
          <a:p>
            <a:fld id="{2870BB4D-683F-4BE4-9264-B05BE7781C96}" type="slidenum">
              <a:rPr lang="en-GB" smtClean="0"/>
              <a:pPr/>
              <a:t>‹#›</a:t>
            </a:fld>
            <a:endParaRPr lang="en-GB"/>
          </a:p>
        </p:txBody>
      </p:sp>
      <p:sp>
        <p:nvSpPr>
          <p:cNvPr id="9" name="Footer Placeholder 8">
            <a:extLst>
              <a:ext uri="{FF2B5EF4-FFF2-40B4-BE49-F238E27FC236}">
                <a16:creationId xmlns:a16="http://schemas.microsoft.com/office/drawing/2014/main" id="{577C515B-FCDC-A9A5-25AB-92F64520D3FE}"/>
              </a:ext>
            </a:extLst>
          </p:cNvPr>
          <p:cNvSpPr>
            <a:spLocks noGrp="1"/>
          </p:cNvSpPr>
          <p:nvPr>
            <p:ph type="ftr" sz="quarter" idx="12"/>
          </p:nvPr>
        </p:nvSpPr>
        <p:spPr/>
        <p:txBody>
          <a:bodyPr/>
          <a:lstStyle/>
          <a:p>
            <a:r>
              <a:rPr lang="en-GB"/>
              <a:t>Private &amp; Confidential</a:t>
            </a:r>
            <a:endParaRPr lang="en-GB" dirty="0"/>
          </a:p>
        </p:txBody>
      </p:sp>
      <p:sp>
        <p:nvSpPr>
          <p:cNvPr id="2" name="Title Placeholder 1">
            <a:extLst>
              <a:ext uri="{FF2B5EF4-FFF2-40B4-BE49-F238E27FC236}">
                <a16:creationId xmlns:a16="http://schemas.microsoft.com/office/drawing/2014/main" id="{9CB82050-C82C-109C-7B25-176C0DE52FD5}"/>
              </a:ext>
            </a:extLst>
          </p:cNvPr>
          <p:cNvSpPr>
            <a:spLocks noGrp="1"/>
          </p:cNvSpPr>
          <p:nvPr>
            <p:ph type="title"/>
          </p:nvPr>
        </p:nvSpPr>
        <p:spPr>
          <a:xfrm>
            <a:off x="711758" y="685097"/>
            <a:ext cx="10783556" cy="614326"/>
          </a:xfrm>
          <a:prstGeom prst="rect">
            <a:avLst/>
          </a:prstGeom>
        </p:spPr>
        <p:txBody>
          <a:bodyPr vert="horz" lIns="91440" tIns="45720" rIns="91440" bIns="45720" rtlCol="0" anchor="ctr">
            <a:normAutofit/>
          </a:bodyPr>
          <a:lstStyle/>
          <a:p>
            <a:r>
              <a:rPr lang="en-US"/>
              <a:t>Click to edit Master title style</a:t>
            </a:r>
            <a:endParaRPr lang="en-GB"/>
          </a:p>
        </p:txBody>
      </p:sp>
    </p:spTree>
    <p:extLst>
      <p:ext uri="{BB962C8B-B14F-4D97-AF65-F5344CB8AC3E}">
        <p14:creationId xmlns:p14="http://schemas.microsoft.com/office/powerpoint/2010/main" val="4128719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410E14-5E4B-E2CC-51AF-91DB44C25A17}"/>
              </a:ext>
            </a:extLst>
          </p:cNvPr>
          <p:cNvSpPr>
            <a:spLocks noGrp="1"/>
          </p:cNvSpPr>
          <p:nvPr>
            <p:ph type="ftr" sz="quarter" idx="10"/>
          </p:nvPr>
        </p:nvSpPr>
        <p:spPr/>
        <p:txBody>
          <a:bodyPr/>
          <a:lstStyle/>
          <a:p>
            <a:pPr>
              <a:defRPr/>
            </a:pPr>
            <a:r>
              <a:rPr lang="en-GB" sz="1800">
                <a:solidFill>
                  <a:srgbClr val="FFFFFF"/>
                </a:solidFill>
                <a:latin typeface="Cairo" panose="00000800000000000000" pitchFamily="2" charset="-78"/>
                <a:cs typeface="Cairo" panose="00000800000000000000" pitchFamily="2" charset="-78"/>
              </a:rPr>
              <a:t>Private &amp; Confidential</a:t>
            </a:r>
            <a:endParaRPr lang="en-GB" sz="1800" dirty="0">
              <a:solidFill>
                <a:srgbClr val="FFFFFF"/>
              </a:solidFill>
              <a:latin typeface="Cairo" panose="00000800000000000000" pitchFamily="2" charset="-78"/>
              <a:cs typeface="Cairo" panose="00000800000000000000" pitchFamily="2" charset="-78"/>
            </a:endParaRPr>
          </a:p>
        </p:txBody>
      </p:sp>
    </p:spTree>
    <p:extLst>
      <p:ext uri="{BB962C8B-B14F-4D97-AF65-F5344CB8AC3E}">
        <p14:creationId xmlns:p14="http://schemas.microsoft.com/office/powerpoint/2010/main" val="2330718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theme" Target="../theme/theme4.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descr="A group of trees in a field with Avenue of the Baobabs in the background&#10;&#10;Description automatically generated with low confidence">
            <a:extLst>
              <a:ext uri="{FF2B5EF4-FFF2-40B4-BE49-F238E27FC236}">
                <a16:creationId xmlns:a16="http://schemas.microsoft.com/office/drawing/2014/main" id="{CDDD22C7-6321-34D0-5B02-97AE2B1EF91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1"/>
            <a:ext cx="12192001" cy="6858000"/>
          </a:xfrm>
          <a:prstGeom prst="rect">
            <a:avLst/>
          </a:prstGeom>
          <a:solidFill>
            <a:srgbClr val="240B60">
              <a:alpha val="34902"/>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6286500" y="4711329"/>
            <a:ext cx="5617330"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6182690" y="3058025"/>
            <a:ext cx="5721140" cy="1325563"/>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7" name="Footer Placeholder 6">
            <a:extLst>
              <a:ext uri="{FF2B5EF4-FFF2-40B4-BE49-F238E27FC236}">
                <a16:creationId xmlns:a16="http://schemas.microsoft.com/office/drawing/2014/main" id="{486AE6B8-D685-CC44-94CA-5D3AF0FE9E55}"/>
              </a:ext>
            </a:extLst>
          </p:cNvPr>
          <p:cNvSpPr>
            <a:spLocks noGrp="1"/>
          </p:cNvSpPr>
          <p:nvPr>
            <p:ph type="ftr" sz="quarter" idx="3"/>
          </p:nvPr>
        </p:nvSpPr>
        <p:spPr>
          <a:xfrm>
            <a:off x="242977" y="6310313"/>
            <a:ext cx="4114800" cy="365125"/>
          </a:xfrm>
          <a:prstGeom prst="rect">
            <a:avLst/>
          </a:prstGeom>
        </p:spPr>
        <p:txBody>
          <a:bodyPr vert="horz" lIns="91440" tIns="45720" rIns="91440" bIns="45720" rtlCol="0" anchor="b"/>
          <a:lstStyle>
            <a:lvl1pPr algn="l">
              <a:defRPr sz="1600">
                <a:solidFill>
                  <a:schemeClr val="bg1"/>
                </a:solidFill>
                <a:latin typeface="Cairo" pitchFamily="2" charset="-78"/>
                <a:cs typeface="Cairo" pitchFamily="2" charset="-78"/>
              </a:defRPr>
            </a:lvl1pPr>
          </a:lstStyle>
          <a:p>
            <a:r>
              <a:rPr lang="en-GB"/>
              <a:t>Private &amp; Confidential</a:t>
            </a:r>
            <a:endParaRPr lang="en-GB" dirty="0"/>
          </a:p>
        </p:txBody>
      </p:sp>
      <p:pic>
        <p:nvPicPr>
          <p:cNvPr id="2" name="Picture 1" descr="A black background with white text&#10;&#10;Description automatically generated">
            <a:extLst>
              <a:ext uri="{FF2B5EF4-FFF2-40B4-BE49-F238E27FC236}">
                <a16:creationId xmlns:a16="http://schemas.microsoft.com/office/drawing/2014/main" id="{EC75D72B-112E-65DD-7B86-4807995302F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3952" y="-86403"/>
            <a:ext cx="7447146" cy="2980557"/>
          </a:xfrm>
          <a:prstGeom prst="rect">
            <a:avLst/>
          </a:prstGeom>
        </p:spPr>
      </p:pic>
    </p:spTree>
    <p:extLst>
      <p:ext uri="{BB962C8B-B14F-4D97-AF65-F5344CB8AC3E}">
        <p14:creationId xmlns:p14="http://schemas.microsoft.com/office/powerpoint/2010/main" val="2909884401"/>
      </p:ext>
    </p:extLst>
  </p:cSld>
  <p:clrMap bg1="lt1" tx1="dk1" bg2="lt2" tx2="dk2" accent1="accent1" accent2="accent2" accent3="accent3" accent4="accent4" accent5="accent5" accent6="accent6" hlink="hlink" folHlink="folHlink"/>
  <p:sldLayoutIdLst>
    <p:sldLayoutId id="2147483780" r:id="rId1"/>
  </p:sldLayoutIdLst>
  <p:hf hdr="0" dt="0"/>
  <p:txStyles>
    <p:titleStyle>
      <a:lvl1pPr algn="r" defTabSz="914400" rtl="0" eaLnBrk="1" latinLnBrk="0" hangingPunct="1">
        <a:lnSpc>
          <a:spcPct val="90000"/>
        </a:lnSpc>
        <a:spcBef>
          <a:spcPct val="0"/>
        </a:spcBef>
        <a:buNone/>
        <a:defRPr sz="4800" kern="1200">
          <a:solidFill>
            <a:schemeClr val="bg1"/>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descr="A group of trees in a field with Avenue of the Baobabs in the background&#10;&#10;Description automatically generated with low confidence">
            <a:extLst>
              <a:ext uri="{FF2B5EF4-FFF2-40B4-BE49-F238E27FC236}">
                <a16:creationId xmlns:a16="http://schemas.microsoft.com/office/drawing/2014/main" id="{CDDD22C7-6321-34D0-5B02-97AE2B1EF91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1"/>
            <a:ext cx="12192001" cy="6858000"/>
          </a:xfrm>
          <a:prstGeom prst="rect">
            <a:avLst/>
          </a:prstGeom>
          <a:solidFill>
            <a:srgbClr val="240B60">
              <a:alpha val="34902"/>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6286500" y="4711329"/>
            <a:ext cx="5617330"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6182690" y="3058025"/>
            <a:ext cx="5721140" cy="1325563"/>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7" name="Footer Placeholder 6">
            <a:extLst>
              <a:ext uri="{FF2B5EF4-FFF2-40B4-BE49-F238E27FC236}">
                <a16:creationId xmlns:a16="http://schemas.microsoft.com/office/drawing/2014/main" id="{486AE6B8-D685-CC44-94CA-5D3AF0FE9E55}"/>
              </a:ext>
            </a:extLst>
          </p:cNvPr>
          <p:cNvSpPr>
            <a:spLocks noGrp="1"/>
          </p:cNvSpPr>
          <p:nvPr>
            <p:ph type="ftr" sz="quarter" idx="3"/>
          </p:nvPr>
        </p:nvSpPr>
        <p:spPr>
          <a:xfrm>
            <a:off x="242977" y="6310313"/>
            <a:ext cx="4114800" cy="365125"/>
          </a:xfrm>
          <a:prstGeom prst="rect">
            <a:avLst/>
          </a:prstGeom>
        </p:spPr>
        <p:txBody>
          <a:bodyPr vert="horz" lIns="91440" tIns="45720" rIns="91440" bIns="45720" rtlCol="0" anchor="b"/>
          <a:lstStyle>
            <a:lvl1pPr algn="l">
              <a:defRPr sz="1600">
                <a:solidFill>
                  <a:schemeClr val="bg1"/>
                </a:solidFill>
                <a:latin typeface="Cairo" pitchFamily="2" charset="-78"/>
                <a:cs typeface="Cairo" pitchFamily="2" charset="-78"/>
              </a:defRPr>
            </a:lvl1pPr>
          </a:lstStyle>
          <a:p>
            <a:r>
              <a:rPr lang="en-GB"/>
              <a:t>Private &amp; Confidential</a:t>
            </a:r>
            <a:endParaRPr lang="en-GB" dirty="0"/>
          </a:p>
        </p:txBody>
      </p:sp>
      <p:pic>
        <p:nvPicPr>
          <p:cNvPr id="2" name="Picture 1" descr="A black background with white text&#10;&#10;Description automatically generated">
            <a:extLst>
              <a:ext uri="{FF2B5EF4-FFF2-40B4-BE49-F238E27FC236}">
                <a16:creationId xmlns:a16="http://schemas.microsoft.com/office/drawing/2014/main" id="{EC75D72B-112E-65DD-7B86-4807995302F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3952" y="-86403"/>
            <a:ext cx="7447146" cy="2980557"/>
          </a:xfrm>
          <a:prstGeom prst="rect">
            <a:avLst/>
          </a:prstGeom>
        </p:spPr>
      </p:pic>
    </p:spTree>
    <p:extLst>
      <p:ext uri="{BB962C8B-B14F-4D97-AF65-F5344CB8AC3E}">
        <p14:creationId xmlns:p14="http://schemas.microsoft.com/office/powerpoint/2010/main" val="2971429940"/>
      </p:ext>
    </p:extLst>
  </p:cSld>
  <p:clrMap bg1="lt1" tx1="dk1" bg2="lt2" tx2="dk2" accent1="accent1" accent2="accent2" accent3="accent3" accent4="accent4" accent5="accent5" accent6="accent6" hlink="hlink" folHlink="folHlink"/>
  <p:sldLayoutIdLst>
    <p:sldLayoutId id="2147483801" r:id="rId1"/>
  </p:sldLayoutIdLst>
  <p:hf hdr="0" dt="0"/>
  <p:txStyles>
    <p:titleStyle>
      <a:lvl1pPr algn="r" defTabSz="914400" rtl="0" eaLnBrk="1" latinLnBrk="0" hangingPunct="1">
        <a:lnSpc>
          <a:spcPct val="90000"/>
        </a:lnSpc>
        <a:spcBef>
          <a:spcPct val="0"/>
        </a:spcBef>
        <a:buNone/>
        <a:defRPr sz="4800" kern="1200">
          <a:solidFill>
            <a:schemeClr val="bg1"/>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outdoor, sky, cloud, landscape&#10;&#10;Description automatically generated">
            <a:extLst>
              <a:ext uri="{FF2B5EF4-FFF2-40B4-BE49-F238E27FC236}">
                <a16:creationId xmlns:a16="http://schemas.microsoft.com/office/drawing/2014/main" id="{3B5CDC08-E78B-03A5-0597-E5157A88B2D8}"/>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517"/>
          <a:stretch/>
        </p:blipFill>
        <p:spPr>
          <a:xfrm flipH="1">
            <a:off x="-3" y="0"/>
            <a:ext cx="4310742" cy="6857868"/>
          </a:xfrm>
          <a:prstGeom prst="rect">
            <a:avLst/>
          </a:prstGeom>
        </p:spPr>
      </p:pic>
      <p:sp>
        <p:nvSpPr>
          <p:cNvPr id="10" name="Rectangle 9">
            <a:extLst>
              <a:ext uri="{FF2B5EF4-FFF2-40B4-BE49-F238E27FC236}">
                <a16:creationId xmlns:a16="http://schemas.microsoft.com/office/drawing/2014/main" id="{C7F00E39-CE58-492F-99A1-5C4F968636A1}"/>
              </a:ext>
            </a:extLst>
          </p:cNvPr>
          <p:cNvSpPr/>
          <p:nvPr userDrawn="1"/>
        </p:nvSpPr>
        <p:spPr bwMode="auto">
          <a:xfrm>
            <a:off x="0" y="0"/>
            <a:ext cx="4310740" cy="6858000"/>
          </a:xfrm>
          <a:prstGeom prst="rect">
            <a:avLst/>
          </a:prstGeom>
          <a:solidFill>
            <a:srgbClr val="240B60">
              <a:alpha val="50196"/>
            </a:srgbClr>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cxnSp>
        <p:nvCxnSpPr>
          <p:cNvPr id="15" name="Straight Connector 14">
            <a:extLst>
              <a:ext uri="{FF2B5EF4-FFF2-40B4-BE49-F238E27FC236}">
                <a16:creationId xmlns:a16="http://schemas.microsoft.com/office/drawing/2014/main" id="{05CCCD4C-9E14-4947-9015-028A492D4646}"/>
              </a:ext>
            </a:extLst>
          </p:cNvPr>
          <p:cNvCxnSpPr>
            <a:cxnSpLocks/>
          </p:cNvCxnSpPr>
          <p:nvPr userDrawn="1"/>
        </p:nvCxnSpPr>
        <p:spPr bwMode="auto">
          <a:xfrm>
            <a:off x="4635567" y="4192583"/>
            <a:ext cx="7556433" cy="0"/>
          </a:xfrm>
          <a:prstGeom prst="line">
            <a:avLst/>
          </a:prstGeom>
          <a:blipFill dpi="0" rotWithShape="0">
            <a:blip r:embed="rId4">
              <a:extLst>
                <a:ext uri="{28A0092B-C50C-407E-A947-70E740481C1C}">
                  <a14:useLocalDpi xmlns:a14="http://schemas.microsoft.com/office/drawing/2010/main" val="0"/>
                </a:ext>
              </a:extLst>
            </a:blip>
            <a:srcRect/>
            <a:tile tx="0" ty="0" sx="100000" sy="100000" flip="none" algn="tl"/>
          </a:blipFill>
          <a:ln w="25400" cap="flat" cmpd="sng" algn="ctr">
            <a:solidFill>
              <a:srgbClr val="FFCE42"/>
            </a:solidFill>
            <a:prstDash val="solid"/>
            <a:miter lim="0"/>
            <a:headEnd type="none" w="med" len="med"/>
            <a:tailEnd type="none" w="med" len="med"/>
          </a:ln>
          <a:effectLst>
            <a:outerShdw blurRad="38100" dist="25400" dir="5400000" algn="ctr" rotWithShape="0">
              <a:srgbClr val="000000">
                <a:alpha val="50000"/>
              </a:srgbClr>
            </a:outerShdw>
          </a:effectLst>
        </p:spPr>
      </p:cxnSp>
      <p:sp>
        <p:nvSpPr>
          <p:cNvPr id="23" name="Title Placeholder 1">
            <a:extLst>
              <a:ext uri="{FF2B5EF4-FFF2-40B4-BE49-F238E27FC236}">
                <a16:creationId xmlns:a16="http://schemas.microsoft.com/office/drawing/2014/main" id="{05BAA2CE-4ED2-4645-8C83-B990879402A7}"/>
              </a:ext>
            </a:extLst>
          </p:cNvPr>
          <p:cNvSpPr>
            <a:spLocks noGrp="1"/>
          </p:cNvSpPr>
          <p:nvPr>
            <p:ph type="title"/>
          </p:nvPr>
        </p:nvSpPr>
        <p:spPr>
          <a:xfrm>
            <a:off x="4635567" y="3493700"/>
            <a:ext cx="7556433" cy="661363"/>
          </a:xfrm>
          <a:prstGeom prst="rect">
            <a:avLst/>
          </a:prstGeom>
        </p:spPr>
        <p:txBody>
          <a:bodyPr vert="horz" lIns="91440" tIns="45720" rIns="91440" bIns="45720" rtlCol="0" anchor="b">
            <a:noAutofit/>
          </a:bodyPr>
          <a:lstStyle/>
          <a:p>
            <a:r>
              <a:rPr lang="en-US" dirty="0"/>
              <a:t>Click to edit Master title style</a:t>
            </a:r>
            <a:endParaRPr lang="en-GB" dirty="0"/>
          </a:p>
        </p:txBody>
      </p:sp>
      <p:sp>
        <p:nvSpPr>
          <p:cNvPr id="2" name="Footer Placeholder 1">
            <a:extLst>
              <a:ext uri="{FF2B5EF4-FFF2-40B4-BE49-F238E27FC236}">
                <a16:creationId xmlns:a16="http://schemas.microsoft.com/office/drawing/2014/main" id="{397D8803-ED1B-2C60-E1AC-BD7199F552AF}"/>
              </a:ext>
            </a:extLst>
          </p:cNvPr>
          <p:cNvSpPr>
            <a:spLocks noGrp="1"/>
          </p:cNvSpPr>
          <p:nvPr>
            <p:ph type="ftr" sz="quarter" idx="3"/>
          </p:nvPr>
        </p:nvSpPr>
        <p:spPr>
          <a:xfrm>
            <a:off x="97968" y="6371140"/>
            <a:ext cx="4114800" cy="365125"/>
          </a:xfrm>
          <a:prstGeom prst="rect">
            <a:avLst/>
          </a:prstGeom>
        </p:spPr>
        <p:txBody>
          <a:bodyPr vert="horz" lIns="91440" tIns="45720" rIns="91440" bIns="45720" rtlCol="0" anchor="ctr"/>
          <a:lstStyle>
            <a:lvl1pPr algn="ctr">
              <a:defRPr sz="1600" b="0">
                <a:solidFill>
                  <a:schemeClr val="bg1"/>
                </a:solidFill>
                <a:latin typeface="Cairo" pitchFamily="2" charset="-78"/>
                <a:cs typeface="Cairo" pitchFamily="2" charset="-78"/>
              </a:defRPr>
            </a:lvl1pPr>
          </a:lstStyle>
          <a:p>
            <a:r>
              <a:rPr lang="en-US"/>
              <a:t>Private &amp; Confidential</a:t>
            </a:r>
            <a:endParaRPr lang="en-GB" dirty="0"/>
          </a:p>
        </p:txBody>
      </p:sp>
      <p:pic>
        <p:nvPicPr>
          <p:cNvPr id="6" name="Picture 5" descr="A yellow map in a circle&#10;&#10;Description automatically generated">
            <a:extLst>
              <a:ext uri="{FF2B5EF4-FFF2-40B4-BE49-F238E27FC236}">
                <a16:creationId xmlns:a16="http://schemas.microsoft.com/office/drawing/2014/main" id="{F2A9F739-503A-9464-7588-814496229F5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7671" y="1140010"/>
            <a:ext cx="4215393" cy="4279401"/>
          </a:xfrm>
          <a:prstGeom prst="rect">
            <a:avLst/>
          </a:prstGeom>
        </p:spPr>
      </p:pic>
      <p:pic>
        <p:nvPicPr>
          <p:cNvPr id="9" name="Picture 8" descr="A black background with blue text&#10;&#10;Description automatically generated">
            <a:extLst>
              <a:ext uri="{FF2B5EF4-FFF2-40B4-BE49-F238E27FC236}">
                <a16:creationId xmlns:a16="http://schemas.microsoft.com/office/drawing/2014/main" id="{8C2E7AC6-87E3-1953-639B-14EFD5399E1C}"/>
              </a:ext>
            </a:extLst>
          </p:cNvPr>
          <p:cNvPicPr>
            <a:picLocks noChangeAspect="1"/>
          </p:cNvPicPr>
          <p:nvPr userDrawn="1"/>
        </p:nvPicPr>
        <p:blipFill>
          <a:blip r:embed="rId6">
            <a:extLst>
              <a:ext uri="{28A0092B-C50C-407E-A947-70E740481C1C}">
                <a14:useLocalDpi xmlns:a14="http://schemas.microsoft.com/office/drawing/2010/main" val="0"/>
              </a:ext>
            </a:extLst>
          </a:blip>
          <a:srcRect l="6417" t="16729" r="5700" b="18523"/>
          <a:stretch/>
        </p:blipFill>
        <p:spPr>
          <a:xfrm>
            <a:off x="8795662" y="5789410"/>
            <a:ext cx="3396338" cy="1001469"/>
          </a:xfrm>
          <a:prstGeom prst="rect">
            <a:avLst/>
          </a:prstGeom>
        </p:spPr>
      </p:pic>
    </p:spTree>
    <p:extLst>
      <p:ext uri="{BB962C8B-B14F-4D97-AF65-F5344CB8AC3E}">
        <p14:creationId xmlns:p14="http://schemas.microsoft.com/office/powerpoint/2010/main" val="1833536716"/>
      </p:ext>
    </p:extLst>
  </p:cSld>
  <p:clrMap bg1="lt1" tx1="dk1" bg2="lt2" tx2="dk2" accent1="accent1" accent2="accent2" accent3="accent3" accent4="accent4" accent5="accent5" accent6="accent6" hlink="hlink" folHlink="folHlink"/>
  <p:sldLayoutIdLst>
    <p:sldLayoutId id="2147483778" r:id="rId1"/>
  </p:sldLayoutIdLst>
  <p:hf hdr="0" dt="0"/>
  <p:txStyles>
    <p:titleStyle>
      <a:lvl1pPr algn="l" defTabSz="914400" rtl="0" eaLnBrk="1" latinLnBrk="0" hangingPunct="1">
        <a:lnSpc>
          <a:spcPct val="90000"/>
        </a:lnSpc>
        <a:spcBef>
          <a:spcPct val="0"/>
        </a:spcBef>
        <a:buNone/>
        <a:defRPr sz="4800" kern="1200">
          <a:solidFill>
            <a:srgbClr val="240B60"/>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descr="A black background with blue text&#10;&#10;Description automatically generated">
            <a:extLst>
              <a:ext uri="{FF2B5EF4-FFF2-40B4-BE49-F238E27FC236}">
                <a16:creationId xmlns:a16="http://schemas.microsoft.com/office/drawing/2014/main" id="{984A669B-A943-0719-36BE-622F2C121305}"/>
              </a:ext>
            </a:extLst>
          </p:cNvPr>
          <p:cNvPicPr>
            <a:picLocks noChangeAspect="1"/>
          </p:cNvPicPr>
          <p:nvPr userDrawn="1"/>
        </p:nvPicPr>
        <p:blipFill rotWithShape="1">
          <a:blip r:embed="rId6">
            <a:alphaModFix amt="5000"/>
            <a:extLst>
              <a:ext uri="{28A0092B-C50C-407E-A947-70E740481C1C}">
                <a14:useLocalDpi xmlns:a14="http://schemas.microsoft.com/office/drawing/2010/main" val="0"/>
              </a:ext>
            </a:extLst>
          </a:blip>
          <a:srcRect l="-341" t="-189" r="668" b="-122"/>
          <a:stretch/>
        </p:blipFill>
        <p:spPr>
          <a:xfrm>
            <a:off x="6534887" y="-286656"/>
            <a:ext cx="6933334" cy="7144656"/>
          </a:xfrm>
          <a:prstGeom prst="rect">
            <a:avLst/>
          </a:prstGeom>
        </p:spPr>
      </p:pic>
      <p:sp>
        <p:nvSpPr>
          <p:cNvPr id="7" name="Rectangle 6">
            <a:extLst>
              <a:ext uri="{FF2B5EF4-FFF2-40B4-BE49-F238E27FC236}">
                <a16:creationId xmlns:a16="http://schemas.microsoft.com/office/drawing/2014/main" id="{10C29E46-F416-4CF1-A43D-B28EA939B133}"/>
              </a:ext>
            </a:extLst>
          </p:cNvPr>
          <p:cNvSpPr/>
          <p:nvPr userDrawn="1"/>
        </p:nvSpPr>
        <p:spPr bwMode="auto">
          <a:xfrm rot="5400000">
            <a:off x="5797360" y="463360"/>
            <a:ext cx="597281" cy="12191999"/>
          </a:xfrm>
          <a:prstGeom prst="rect">
            <a:avLst/>
          </a:prstGeom>
          <a:solidFill>
            <a:srgbClr val="240B60"/>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indent="0" algn="ctr" defTabSz="584200" rtl="0" eaLnBrk="1" fontAlgn="base" latinLnBrk="0" hangingPunct="0">
              <a:lnSpc>
                <a:spcPct val="100000"/>
              </a:lnSpc>
              <a:spcBef>
                <a:spcPct val="0"/>
              </a:spcBef>
              <a:spcAft>
                <a:spcPct val="0"/>
              </a:spcAft>
              <a:buClrTx/>
              <a:buSzTx/>
              <a:buFontTx/>
              <a:buNone/>
              <a:tabLst/>
            </a:pPr>
            <a:endParaRPr kumimoji="0" lang="en-GB" sz="3600" b="0" i="0" u="none" strike="noStrike" cap="none" normalizeH="0" baseline="0" dirty="0">
              <a:ln>
                <a:noFill/>
              </a:ln>
              <a:solidFill>
                <a:srgbClr val="000000"/>
              </a:solidFill>
              <a:effectLst/>
              <a:latin typeface="Cairo Medium" pitchFamily="2" charset="-78"/>
              <a:ea typeface="Helvetica Light" charset="0"/>
              <a:cs typeface="Cairo Medium" pitchFamily="2" charset="-78"/>
              <a:sym typeface="Helvetica Light" charset="0"/>
            </a:endParaRPr>
          </a:p>
        </p:txBody>
      </p:sp>
      <p:sp>
        <p:nvSpPr>
          <p:cNvPr id="2" name="Title Placeholder 1">
            <a:extLst>
              <a:ext uri="{FF2B5EF4-FFF2-40B4-BE49-F238E27FC236}">
                <a16:creationId xmlns:a16="http://schemas.microsoft.com/office/drawing/2014/main" id="{363D4113-4427-4070-BFB9-7A0D39FC52F1}"/>
              </a:ext>
            </a:extLst>
          </p:cNvPr>
          <p:cNvSpPr>
            <a:spLocks noGrp="1"/>
          </p:cNvSpPr>
          <p:nvPr>
            <p:ph type="title"/>
          </p:nvPr>
        </p:nvSpPr>
        <p:spPr>
          <a:xfrm>
            <a:off x="713433" y="681781"/>
            <a:ext cx="10765134" cy="614326"/>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10" name="Slide Number Placeholder 9">
            <a:extLst>
              <a:ext uri="{FF2B5EF4-FFF2-40B4-BE49-F238E27FC236}">
                <a16:creationId xmlns:a16="http://schemas.microsoft.com/office/drawing/2014/main" id="{6B582696-EC66-7A59-CC53-6A8C99AF884E}"/>
              </a:ext>
            </a:extLst>
          </p:cNvPr>
          <p:cNvSpPr>
            <a:spLocks noGrp="1"/>
          </p:cNvSpPr>
          <p:nvPr>
            <p:ph type="sldNum" sz="quarter" idx="4"/>
          </p:nvPr>
        </p:nvSpPr>
        <p:spPr>
          <a:xfrm>
            <a:off x="4724398" y="6376796"/>
            <a:ext cx="2743200" cy="365125"/>
          </a:xfrm>
          <a:prstGeom prst="rect">
            <a:avLst/>
          </a:prstGeom>
        </p:spPr>
        <p:txBody>
          <a:bodyPr vert="horz" lIns="91440" tIns="45720" rIns="91440" bIns="45720" rtlCol="0" anchor="ctr"/>
          <a:lstStyle>
            <a:lvl1pPr algn="ctr">
              <a:defRPr sz="1100">
                <a:solidFill>
                  <a:schemeClr val="bg1"/>
                </a:solidFill>
                <a:latin typeface="Avenir Next LT Pro" panose="020B0504020202020204" pitchFamily="34" charset="0"/>
              </a:defRPr>
            </a:lvl1pPr>
          </a:lstStyle>
          <a:p>
            <a:fld id="{2870BB4D-683F-4BE4-9264-B05BE7781C96}" type="slidenum">
              <a:rPr lang="en-GB" smtClean="0"/>
              <a:pPr/>
              <a:t>‹#›</a:t>
            </a:fld>
            <a:endParaRPr lang="en-GB"/>
          </a:p>
        </p:txBody>
      </p:sp>
      <p:sp>
        <p:nvSpPr>
          <p:cNvPr id="11" name="Footer Placeholder 10">
            <a:extLst>
              <a:ext uri="{FF2B5EF4-FFF2-40B4-BE49-F238E27FC236}">
                <a16:creationId xmlns:a16="http://schemas.microsoft.com/office/drawing/2014/main" id="{F88186B2-AFF8-D1DD-9C8E-C43D3B90389E}"/>
              </a:ext>
            </a:extLst>
          </p:cNvPr>
          <p:cNvSpPr>
            <a:spLocks noGrp="1"/>
          </p:cNvSpPr>
          <p:nvPr>
            <p:ph type="ftr" sz="quarter" idx="3"/>
          </p:nvPr>
        </p:nvSpPr>
        <p:spPr>
          <a:xfrm>
            <a:off x="181063" y="6370377"/>
            <a:ext cx="4114800" cy="365125"/>
          </a:xfrm>
          <a:prstGeom prst="rect">
            <a:avLst/>
          </a:prstGeom>
        </p:spPr>
        <p:txBody>
          <a:bodyPr vert="horz" lIns="91440" tIns="45720" rIns="91440" bIns="45720" rtlCol="0" anchor="ctr"/>
          <a:lstStyle>
            <a:lvl1pPr algn="l">
              <a:defRPr sz="1200">
                <a:solidFill>
                  <a:schemeClr val="bg1"/>
                </a:solidFill>
                <a:latin typeface="Cairo" pitchFamily="2" charset="-78"/>
                <a:cs typeface="Cairo" pitchFamily="2" charset="-78"/>
              </a:defRPr>
            </a:lvl1pPr>
          </a:lstStyle>
          <a:p>
            <a:r>
              <a:rPr lang="en-GB"/>
              <a:t>Private &amp; Confidential</a:t>
            </a:r>
            <a:endParaRPr lang="en-GB" dirty="0"/>
          </a:p>
        </p:txBody>
      </p:sp>
      <p:cxnSp>
        <p:nvCxnSpPr>
          <p:cNvPr id="18" name="Straight Connector 17">
            <a:extLst>
              <a:ext uri="{FF2B5EF4-FFF2-40B4-BE49-F238E27FC236}">
                <a16:creationId xmlns:a16="http://schemas.microsoft.com/office/drawing/2014/main" id="{6F42D082-820C-43EF-034A-243CA7B04BC1}"/>
              </a:ext>
            </a:extLst>
          </p:cNvPr>
          <p:cNvCxnSpPr/>
          <p:nvPr userDrawn="1"/>
        </p:nvCxnSpPr>
        <p:spPr>
          <a:xfrm>
            <a:off x="713433" y="1256044"/>
            <a:ext cx="10781881" cy="0"/>
          </a:xfrm>
          <a:prstGeom prst="line">
            <a:avLst/>
          </a:prstGeom>
          <a:ln w="34925">
            <a:solidFill>
              <a:srgbClr val="FFCE42"/>
            </a:solidFill>
          </a:ln>
        </p:spPr>
        <p:style>
          <a:lnRef idx="1">
            <a:schemeClr val="accent1"/>
          </a:lnRef>
          <a:fillRef idx="0">
            <a:schemeClr val="accent1"/>
          </a:fillRef>
          <a:effectRef idx="0">
            <a:schemeClr val="accent1"/>
          </a:effectRef>
          <a:fontRef idx="minor">
            <a:schemeClr val="tx1"/>
          </a:fontRef>
        </p:style>
      </p:cxnSp>
      <p:pic>
        <p:nvPicPr>
          <p:cNvPr id="3" name="Picture 2" descr="A black background with white text&#10;&#10;Description automatically generated">
            <a:extLst>
              <a:ext uri="{FF2B5EF4-FFF2-40B4-BE49-F238E27FC236}">
                <a16:creationId xmlns:a16="http://schemas.microsoft.com/office/drawing/2014/main" id="{01E27C56-084E-6158-89D1-5A25E5113AD9}"/>
              </a:ext>
            </a:extLst>
          </p:cNvPr>
          <p:cNvPicPr>
            <a:picLocks noChangeAspect="1"/>
          </p:cNvPicPr>
          <p:nvPr userDrawn="1"/>
        </p:nvPicPr>
        <p:blipFill>
          <a:blip r:embed="rId7">
            <a:extLst>
              <a:ext uri="{28A0092B-C50C-407E-A947-70E740481C1C}">
                <a14:useLocalDpi xmlns:a14="http://schemas.microsoft.com/office/drawing/2010/main" val="0"/>
              </a:ext>
            </a:extLst>
          </a:blip>
          <a:srcRect l="6220" t="17046" r="6737" b="12824"/>
          <a:stretch/>
        </p:blipFill>
        <p:spPr>
          <a:xfrm>
            <a:off x="10117317" y="6260719"/>
            <a:ext cx="2006431" cy="647000"/>
          </a:xfrm>
          <a:prstGeom prst="rect">
            <a:avLst/>
          </a:prstGeom>
        </p:spPr>
      </p:pic>
    </p:spTree>
    <p:extLst>
      <p:ext uri="{BB962C8B-B14F-4D97-AF65-F5344CB8AC3E}">
        <p14:creationId xmlns:p14="http://schemas.microsoft.com/office/powerpoint/2010/main" val="137821393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7" r:id="rId4"/>
  </p:sldLayoutIdLst>
  <p:hf hdr="0" dt="0"/>
  <p:txStyles>
    <p:titleStyle>
      <a:lvl1pPr algn="l" defTabSz="914400" rtl="0" eaLnBrk="1" latinLnBrk="0" hangingPunct="1">
        <a:lnSpc>
          <a:spcPct val="90000"/>
        </a:lnSpc>
        <a:spcBef>
          <a:spcPct val="0"/>
        </a:spcBef>
        <a:buNone/>
        <a:defRPr sz="3600" b="1" kern="1200">
          <a:solidFill>
            <a:srgbClr val="240B60"/>
          </a:solidFill>
          <a:latin typeface="Cairo Medium" pitchFamily="2" charset="-78"/>
          <a:ea typeface="+mj-ea"/>
          <a:cs typeface="Cairo Medium" pitchFamily="2" charset="-78"/>
        </a:defRPr>
      </a:lvl1pPr>
    </p:titleStyle>
    <p:bodyStyle>
      <a:lvl1pPr marL="228600" indent="-228600" algn="l" defTabSz="914400" rtl="0" eaLnBrk="1" latinLnBrk="0" hangingPunct="1">
        <a:lnSpc>
          <a:spcPct val="90000"/>
        </a:lnSpc>
        <a:spcBef>
          <a:spcPts val="1000"/>
        </a:spcBef>
        <a:buClr>
          <a:srgbClr val="240B60"/>
        </a:buClr>
        <a:buFont typeface="Arial" panose="020B0604020202020204" pitchFamily="34" charset="0"/>
        <a:buChar char="•"/>
        <a:defRPr sz="2800" kern="1200">
          <a:solidFill>
            <a:schemeClr val="tx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
          <a:srgbClr val="240B60"/>
        </a:buClr>
        <a:buSzPct val="60000"/>
        <a:buFont typeface="Courier New" panose="02070309020205020404" pitchFamily="49" charset="0"/>
        <a:buChar char="o"/>
        <a:defRPr sz="2400" kern="1200">
          <a:solidFill>
            <a:schemeClr val="tx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
          <a:srgbClr val="240B60"/>
        </a:buClr>
        <a:buSzPct val="80000"/>
        <a:buFont typeface="Wingdings" panose="05000000000000000000" pitchFamily="2" charset="2"/>
        <a:buChar char="§"/>
        <a:defRPr sz="2000" kern="1200">
          <a:solidFill>
            <a:schemeClr val="tx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Clr>
          <a:srgbClr val="240B60"/>
        </a:buClr>
        <a:buSzPct val="50000"/>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Clr>
          <a:srgbClr val="240B60"/>
        </a:buClr>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9C711A-5103-EB6E-87C1-5CDE68C49EEE}"/>
              </a:ext>
            </a:extLst>
          </p:cNvPr>
          <p:cNvSpPr/>
          <p:nvPr userDrawn="1"/>
        </p:nvSpPr>
        <p:spPr bwMode="auto">
          <a:xfrm>
            <a:off x="0" y="0"/>
            <a:ext cx="12192000" cy="6858000"/>
          </a:xfrm>
          <a:prstGeom prst="rect">
            <a:avLst/>
          </a:prstGeom>
          <a:solidFill>
            <a:srgbClr val="240B60"/>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vert="horz" wrap="square" lIns="50800" tIns="50800" rIns="50800" bIns="50800" numCol="1" rtlCol="0" anchor="ctr" anchorCtr="0" compatLnSpc="1">
            <a:prstTxWarp prst="textNoShape">
              <a:avLst/>
            </a:prstTxWarp>
          </a:bodyPr>
          <a:lstStyle/>
          <a:p>
            <a:pPr marL="228600" marR="0" lvl="0" indent="0" algn="ctr" defTabSz="584200" rtl="0" eaLnBrk="1" fontAlgn="base" latinLnBrk="0" hangingPunct="0">
              <a:lnSpc>
                <a:spcPct val="100000"/>
              </a:lnSpc>
              <a:spcBef>
                <a:spcPct val="0"/>
              </a:spcBef>
              <a:spcAft>
                <a:spcPct val="0"/>
              </a:spcAft>
              <a:buClrTx/>
              <a:buSzTx/>
              <a:buFontTx/>
              <a:buNone/>
              <a:tabLst/>
              <a:defRPr/>
            </a:pPr>
            <a:endParaRPr kumimoji="0" lang="en-GB" sz="3600" b="0" i="0" u="none" strike="noStrike" kern="1200" cap="none" spc="0" normalizeH="0" baseline="0" noProof="0" dirty="0">
              <a:ln>
                <a:noFill/>
              </a:ln>
              <a:solidFill>
                <a:srgbClr val="000000"/>
              </a:solidFill>
              <a:effectLst/>
              <a:uLnTx/>
              <a:uFillTx/>
              <a:latin typeface="Cairo Medium" pitchFamily="2" charset="-78"/>
              <a:ea typeface="Helvetica Light" charset="0"/>
              <a:cs typeface="Cairo Medium" pitchFamily="2" charset="-78"/>
              <a:sym typeface="Helvetica Light" charset="0"/>
            </a:endParaRPr>
          </a:p>
        </p:txBody>
      </p:sp>
      <p:sp>
        <p:nvSpPr>
          <p:cNvPr id="11" name="Footer Placeholder 10">
            <a:extLst>
              <a:ext uri="{FF2B5EF4-FFF2-40B4-BE49-F238E27FC236}">
                <a16:creationId xmlns:a16="http://schemas.microsoft.com/office/drawing/2014/main" id="{15FB1AF6-3A3A-0133-5F14-44D61FF3A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GB" sz="1800">
                <a:solidFill>
                  <a:srgbClr val="FFFFFF"/>
                </a:solidFill>
                <a:latin typeface="Cairo" panose="00000800000000000000" pitchFamily="2" charset="-78"/>
                <a:cs typeface="Cairo" panose="00000800000000000000" pitchFamily="2" charset="-78"/>
              </a:rPr>
              <a:t>Private &amp; Confidential</a:t>
            </a:r>
            <a:endParaRPr lang="en-GB" sz="1800" dirty="0">
              <a:solidFill>
                <a:srgbClr val="FFFFFF"/>
              </a:solidFill>
              <a:latin typeface="Cairo" panose="00000800000000000000" pitchFamily="2" charset="-78"/>
              <a:cs typeface="Cairo" panose="00000800000000000000" pitchFamily="2" charset="-78"/>
            </a:endParaRPr>
          </a:p>
        </p:txBody>
      </p:sp>
      <p:pic>
        <p:nvPicPr>
          <p:cNvPr id="5" name="Picture 4" descr="A yellow map in a circle&#10;&#10;Description automatically generated">
            <a:extLst>
              <a:ext uri="{FF2B5EF4-FFF2-40B4-BE49-F238E27FC236}">
                <a16:creationId xmlns:a16="http://schemas.microsoft.com/office/drawing/2014/main" id="{BA04368A-9989-5DF7-3E72-15F9084A84B9}"/>
              </a:ext>
            </a:extLst>
          </p:cNvPr>
          <p:cNvPicPr>
            <a:picLocks noChangeAspect="1"/>
          </p:cNvPicPr>
          <p:nvPr userDrawn="1"/>
        </p:nvPicPr>
        <p:blipFill>
          <a:blip r:embed="rId3">
            <a:extLst>
              <a:ext uri="{28A0092B-C50C-407E-A947-70E740481C1C}">
                <a14:useLocalDpi xmlns:a14="http://schemas.microsoft.com/office/drawing/2010/main" val="0"/>
              </a:ext>
            </a:extLst>
          </a:blip>
          <a:srcRect l="20674" t="19986" r="17359" b="18698"/>
          <a:stretch/>
        </p:blipFill>
        <p:spPr>
          <a:xfrm>
            <a:off x="4151086" y="1306286"/>
            <a:ext cx="4002314" cy="4020457"/>
          </a:xfrm>
          <a:prstGeom prst="rect">
            <a:avLst/>
          </a:prstGeom>
        </p:spPr>
      </p:pic>
    </p:spTree>
    <p:extLst>
      <p:ext uri="{BB962C8B-B14F-4D97-AF65-F5344CB8AC3E}">
        <p14:creationId xmlns:p14="http://schemas.microsoft.com/office/powerpoint/2010/main" val="3289503451"/>
      </p:ext>
    </p:extLst>
  </p:cSld>
  <p:clrMap bg1="lt1" tx1="dk1" bg2="lt2" tx2="dk2" accent1="accent1" accent2="accent2" accent3="accent3" accent4="accent4" accent5="accent5" accent6="accent6" hlink="hlink" folHlink="folHlink"/>
  <p:sldLayoutIdLst>
    <p:sldLayoutId id="2147483648" r:id="rId1"/>
  </p:sldLayoutIdLst>
  <p:hf hdr="0" dt="0"/>
  <p:txStyles>
    <p:titleStyle>
      <a:lvl1pPr algn="l" defTabSz="914400" rtl="0" eaLnBrk="1" latinLnBrk="0" hangingPunct="1">
        <a:lnSpc>
          <a:spcPct val="90000"/>
        </a:lnSpc>
        <a:spcBef>
          <a:spcPct val="0"/>
        </a:spcBef>
        <a:buNone/>
        <a:defRPr sz="4800" kern="1200">
          <a:solidFill>
            <a:srgbClr val="240B60"/>
          </a:solidFill>
          <a:latin typeface="Cairo" panose="00000800000000000000" pitchFamily="2" charset="-78"/>
          <a:ea typeface="+mj-ea"/>
          <a:cs typeface="Cairo" panose="00000800000000000000" pitchFamily="2"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27084E-ABB9-44FA-7331-AA8D4EAA79AB}"/>
              </a:ext>
            </a:extLst>
          </p:cNvPr>
          <p:cNvSpPr>
            <a:spLocks noGrp="1"/>
          </p:cNvSpPr>
          <p:nvPr>
            <p:ph type="title"/>
          </p:nvPr>
        </p:nvSpPr>
        <p:spPr>
          <a:xfrm>
            <a:off x="4608576" y="2060817"/>
            <a:ext cx="7499936" cy="2418828"/>
          </a:xfrm>
        </p:spPr>
        <p:txBody>
          <a:bodyPr/>
          <a:lstStyle/>
          <a:p>
            <a:pPr algn="ctr"/>
            <a:r>
              <a:rPr lang="en-US" b="1" dirty="0"/>
              <a:t>Cyclones for Africa</a:t>
            </a:r>
            <a:endParaRPr lang="en-GB" dirty="0"/>
          </a:p>
        </p:txBody>
      </p:sp>
      <p:sp>
        <p:nvSpPr>
          <p:cNvPr id="5" name="Text Placeholder 4">
            <a:extLst>
              <a:ext uri="{FF2B5EF4-FFF2-40B4-BE49-F238E27FC236}">
                <a16:creationId xmlns:a16="http://schemas.microsoft.com/office/drawing/2014/main" id="{05D4AC55-FB2E-527A-CB7C-4E22E3333D33}"/>
              </a:ext>
            </a:extLst>
          </p:cNvPr>
          <p:cNvSpPr>
            <a:spLocks noGrp="1"/>
          </p:cNvSpPr>
          <p:nvPr>
            <p:ph type="body" sz="quarter" idx="11"/>
          </p:nvPr>
        </p:nvSpPr>
        <p:spPr/>
        <p:txBody>
          <a:bodyPr/>
          <a:lstStyle/>
          <a:p>
            <a:r>
              <a:rPr lang="en-GB" dirty="0"/>
              <a:t>September 2026</a:t>
            </a:r>
          </a:p>
        </p:txBody>
      </p:sp>
      <p:sp>
        <p:nvSpPr>
          <p:cNvPr id="2" name="Footer Placeholder 1">
            <a:extLst>
              <a:ext uri="{FF2B5EF4-FFF2-40B4-BE49-F238E27FC236}">
                <a16:creationId xmlns:a16="http://schemas.microsoft.com/office/drawing/2014/main" id="{5CD1BDAF-0FAF-1946-4345-FCAF966148C6}"/>
              </a:ext>
            </a:extLst>
          </p:cNvPr>
          <p:cNvSpPr>
            <a:spLocks noGrp="1"/>
          </p:cNvSpPr>
          <p:nvPr>
            <p:ph type="ftr" sz="quarter" idx="12"/>
          </p:nvPr>
        </p:nvSpPr>
        <p:spPr/>
        <p:txBody>
          <a:bodyPr/>
          <a:lstStyle/>
          <a:p>
            <a:r>
              <a:rPr lang="en-GB"/>
              <a:t>Private &amp; Confidential</a:t>
            </a:r>
            <a:endParaRPr lang="en-GB" dirty="0"/>
          </a:p>
        </p:txBody>
      </p:sp>
    </p:spTree>
    <p:extLst>
      <p:ext uri="{BB962C8B-B14F-4D97-AF65-F5344CB8AC3E}">
        <p14:creationId xmlns:p14="http://schemas.microsoft.com/office/powerpoint/2010/main" val="2560068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59D4A10-8E53-F77D-65F5-B2F5B9FE40A3}"/>
                  </a:ext>
                </a:extLst>
              </p:cNvPr>
              <p:cNvSpPr>
                <a:spLocks noGrp="1"/>
              </p:cNvSpPr>
              <p:nvPr>
                <p:ph sz="half" idx="1"/>
              </p:nvPr>
            </p:nvSpPr>
            <p:spPr>
              <a:xfrm>
                <a:off x="181063" y="1374270"/>
                <a:ext cx="5706032" cy="4776003"/>
              </a:xfrm>
            </p:spPr>
            <p:txBody>
              <a:bodyPr/>
              <a:lstStyle/>
              <a:p>
                <a:pPr lvl="0" algn="just">
                  <a:lnSpc>
                    <a:spcPct val="150000"/>
                  </a:lnSpc>
                </a:pPr>
                <a:r>
                  <a:rPr lang="en-GB" sz="2000" b="1" dirty="0"/>
                  <a:t>Primary Region:</a:t>
                </a:r>
                <a:r>
                  <a:rPr lang="en-GB" sz="2000" dirty="0"/>
                  <a:t> Mozambique, Madagascar, Malawi, Zimbabwe.</a:t>
                </a:r>
              </a:p>
              <a:p>
                <a:pPr lvl="0" algn="just">
                  <a:lnSpc>
                    <a:spcPct val="150000"/>
                  </a:lnSpc>
                </a:pPr>
                <a:r>
                  <a:rPr lang="en-GB" sz="2000" b="1" dirty="0"/>
                  <a:t>Monitoring Period:</a:t>
                </a:r>
                <a:r>
                  <a:rPr lang="en-GB" sz="2000" dirty="0"/>
                  <a:t> October 1st – May 31st.</a:t>
                </a:r>
              </a:p>
              <a:p>
                <a:pPr lvl="0" algn="just">
                  <a:lnSpc>
                    <a:spcPct val="150000"/>
                  </a:lnSpc>
                </a:pPr>
                <a:r>
                  <a:rPr lang="en-GB" sz="2000" b="1" dirty="0"/>
                  <a:t>Peak Threat:</a:t>
                </a:r>
                <a:r>
                  <a:rPr lang="en-GB" sz="2000" dirty="0"/>
                  <a:t> January – March.</a:t>
                </a:r>
              </a:p>
              <a:p>
                <a:pPr lvl="0" algn="just">
                  <a:lnSpc>
                    <a:spcPct val="150000"/>
                  </a:lnSpc>
                </a:pPr>
                <a:r>
                  <a:rPr lang="en-GB" sz="2000" b="1" dirty="0"/>
                  <a:t>Physical Driver:</a:t>
                </a:r>
                <a:r>
                  <a:rPr lang="en-GB" sz="2000" dirty="0"/>
                  <a:t> Sea Surface Temperatures (SST) </a:t>
                </a:r>
                <a14:m>
                  <m:oMath xmlns:m="http://schemas.openxmlformats.org/officeDocument/2006/math">
                    <m:r>
                      <a:rPr lang="en-GB" sz="2000">
                        <a:latin typeface="Cambria Math" panose="02040503050406030204" pitchFamily="18" charset="0"/>
                      </a:rPr>
                      <m:t>&gt;</m:t>
                    </m:r>
                    <m:sSup>
                      <m:sSupPr>
                        <m:ctrlPr>
                          <a:rPr lang="en-GB" sz="2000">
                            <a:latin typeface="Cambria Math" panose="02040503050406030204" pitchFamily="18" charset="0"/>
                          </a:rPr>
                        </m:ctrlPr>
                      </m:sSupPr>
                      <m:e>
                        <m:r>
                          <a:rPr lang="en-GB" sz="2000">
                            <a:latin typeface="Cambria Math" panose="02040503050406030204" pitchFamily="18" charset="0"/>
                          </a:rPr>
                          <m:t>26.5</m:t>
                        </m:r>
                      </m:e>
                      <m:sup>
                        <m:r>
                          <a:rPr lang="en-GB" sz="2000">
                            <a:latin typeface="Cambria Math" panose="02040503050406030204" pitchFamily="18" charset="0"/>
                          </a:rPr>
                          <m:t>∘</m:t>
                        </m:r>
                      </m:sup>
                    </m:sSup>
                    <m:r>
                      <m:rPr>
                        <m:nor/>
                      </m:rPr>
                      <a:rPr lang="en-GB" sz="2000" i="0"/>
                      <m:t>C</m:t>
                    </m:r>
                  </m:oMath>
                </a14:m>
                <a:r>
                  <a:rPr lang="en-GB" sz="2000" dirty="0"/>
                  <a:t> in the Mozambique Channel.</a:t>
                </a:r>
              </a:p>
              <a:p>
                <a:pPr lvl="0" algn="just">
                  <a:lnSpc>
                    <a:spcPct val="150000"/>
                  </a:lnSpc>
                </a:pPr>
                <a:r>
                  <a:rPr lang="en-GB" sz="2000" b="1" dirty="0"/>
                  <a:t>Destruction Profile:</a:t>
                </a:r>
                <a:r>
                  <a:rPr lang="en-GB" sz="2000" dirty="0"/>
                  <a:t> Catastrophic wind (Idai) and record-breaking rainfall duration (Freddy).</a:t>
                </a:r>
              </a:p>
            </p:txBody>
          </p:sp>
        </mc:Choice>
        <mc:Fallback xmlns="">
          <p:sp>
            <p:nvSpPr>
              <p:cNvPr id="2" name="Content Placeholder 1">
                <a:extLst>
                  <a:ext uri="{FF2B5EF4-FFF2-40B4-BE49-F238E27FC236}">
                    <a16:creationId xmlns:a16="http://schemas.microsoft.com/office/drawing/2014/main" id="{759D4A10-8E53-F77D-65F5-B2F5B9FE40A3}"/>
                  </a:ext>
                </a:extLst>
              </p:cNvPr>
              <p:cNvSpPr>
                <a:spLocks noGrp="1" noRot="1" noChangeAspect="1" noMove="1" noResize="1" noEditPoints="1" noAdjustHandles="1" noChangeArrowheads="1" noChangeShapeType="1" noTextEdit="1"/>
              </p:cNvSpPr>
              <p:nvPr>
                <p:ph sz="half" idx="1"/>
              </p:nvPr>
            </p:nvSpPr>
            <p:spPr>
              <a:xfrm>
                <a:off x="181063" y="1374270"/>
                <a:ext cx="5706032" cy="4776003"/>
              </a:xfrm>
              <a:blipFill>
                <a:blip r:embed="rId3"/>
                <a:stretch>
                  <a:fillRect l="-962" r="-1068"/>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5F459A24-1ECF-0BA2-2766-71A077F76F99}"/>
              </a:ext>
            </a:extLst>
          </p:cNvPr>
          <p:cNvSpPr>
            <a:spLocks noGrp="1"/>
          </p:cNvSpPr>
          <p:nvPr>
            <p:ph type="sldNum" sz="quarter" idx="11"/>
          </p:nvPr>
        </p:nvSpPr>
        <p:spPr/>
        <p:txBody>
          <a:bodyPr/>
          <a:lstStyle/>
          <a:p>
            <a:fld id="{2870BB4D-683F-4BE4-9264-B05BE7781C96}" type="slidenum">
              <a:rPr lang="en-GB" smtClean="0"/>
              <a:pPr/>
              <a:t>2</a:t>
            </a:fld>
            <a:endParaRPr lang="en-GB"/>
          </a:p>
        </p:txBody>
      </p:sp>
      <p:sp>
        <p:nvSpPr>
          <p:cNvPr id="5" name="Footer Placeholder 4">
            <a:extLst>
              <a:ext uri="{FF2B5EF4-FFF2-40B4-BE49-F238E27FC236}">
                <a16:creationId xmlns:a16="http://schemas.microsoft.com/office/drawing/2014/main" id="{48BE27B1-3667-D928-3817-67E249F68E00}"/>
              </a:ext>
            </a:extLst>
          </p:cNvPr>
          <p:cNvSpPr>
            <a:spLocks noGrp="1"/>
          </p:cNvSpPr>
          <p:nvPr>
            <p:ph type="ftr" sz="quarter" idx="12"/>
          </p:nvPr>
        </p:nvSpPr>
        <p:spPr/>
        <p:txBody>
          <a:bodyPr/>
          <a:lstStyle/>
          <a:p>
            <a:r>
              <a:rPr lang="en-GB"/>
              <a:t>Private &amp; Confidential</a:t>
            </a:r>
            <a:endParaRPr lang="en-GB" dirty="0"/>
          </a:p>
        </p:txBody>
      </p:sp>
      <p:sp>
        <p:nvSpPr>
          <p:cNvPr id="6" name="Title 5">
            <a:extLst>
              <a:ext uri="{FF2B5EF4-FFF2-40B4-BE49-F238E27FC236}">
                <a16:creationId xmlns:a16="http://schemas.microsoft.com/office/drawing/2014/main" id="{97D42918-28EE-288D-817D-7391FFE17403}"/>
              </a:ext>
            </a:extLst>
          </p:cNvPr>
          <p:cNvSpPr>
            <a:spLocks noGrp="1"/>
          </p:cNvSpPr>
          <p:nvPr>
            <p:ph type="title"/>
          </p:nvPr>
        </p:nvSpPr>
        <p:spPr>
          <a:xfrm>
            <a:off x="302652" y="323530"/>
            <a:ext cx="5793348" cy="837054"/>
          </a:xfrm>
        </p:spPr>
        <p:txBody>
          <a:bodyPr>
            <a:noAutofit/>
          </a:bodyPr>
          <a:lstStyle/>
          <a:p>
            <a:r>
              <a:rPr lang="en-GB" dirty="0">
                <a:latin typeface="Avenir Next LT Pro" panose="020B0504020202020204" pitchFamily="34" charset="0"/>
              </a:rPr>
              <a:t>Tropical Cyclone Window (SE Africa) </a:t>
            </a:r>
          </a:p>
        </p:txBody>
      </p:sp>
      <p:sp>
        <p:nvSpPr>
          <p:cNvPr id="3" name="Title 5">
            <a:extLst>
              <a:ext uri="{FF2B5EF4-FFF2-40B4-BE49-F238E27FC236}">
                <a16:creationId xmlns:a16="http://schemas.microsoft.com/office/drawing/2014/main" id="{80DA8894-1490-E742-B676-3D0387D21DD2}"/>
              </a:ext>
            </a:extLst>
          </p:cNvPr>
          <p:cNvSpPr txBox="1">
            <a:spLocks/>
          </p:cNvSpPr>
          <p:nvPr/>
        </p:nvSpPr>
        <p:spPr>
          <a:xfrm>
            <a:off x="6095998" y="286323"/>
            <a:ext cx="6012581" cy="8370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rgbClr val="240B60"/>
                </a:solidFill>
                <a:latin typeface="Cairo Medium" pitchFamily="2" charset="-78"/>
                <a:ea typeface="+mj-ea"/>
                <a:cs typeface="Cairo Medium" pitchFamily="2" charset="-78"/>
              </a:defRPr>
            </a:lvl1pPr>
          </a:lstStyle>
          <a:p>
            <a:r>
              <a:rPr lang="en-GB">
                <a:latin typeface="Avenir Next LT Pro" panose="020B0504020202020204" pitchFamily="34" charset="0"/>
              </a:rPr>
              <a:t>Temperate Cyclone Window (The Winter Risk)</a:t>
            </a:r>
            <a:endParaRPr lang="en-GB" dirty="0">
              <a:latin typeface="Avenir Next LT Pro" panose="020B0504020202020204" pitchFamily="34" charset="0"/>
            </a:endParaRPr>
          </a:p>
        </p:txBody>
      </p:sp>
      <p:sp>
        <p:nvSpPr>
          <p:cNvPr id="7" name="Content Placeholder 1">
            <a:extLst>
              <a:ext uri="{FF2B5EF4-FFF2-40B4-BE49-F238E27FC236}">
                <a16:creationId xmlns:a16="http://schemas.microsoft.com/office/drawing/2014/main" id="{E9FBD286-6067-5324-83B6-307F5412CA19}"/>
              </a:ext>
            </a:extLst>
          </p:cNvPr>
          <p:cNvSpPr txBox="1">
            <a:spLocks/>
          </p:cNvSpPr>
          <p:nvPr/>
        </p:nvSpPr>
        <p:spPr>
          <a:xfrm>
            <a:off x="6095997" y="1377148"/>
            <a:ext cx="6012581" cy="4776002"/>
          </a:xfrm>
          <a:prstGeom prst="rect">
            <a:avLst/>
          </a:prstGeom>
        </p:spPr>
        <p:txBody>
          <a:bodyPr/>
          <a:lstStyle>
            <a:lvl1pPr marL="228600" indent="-228600" algn="l" defTabSz="914400" rtl="0" eaLnBrk="1" latinLnBrk="0" hangingPunct="1">
              <a:lnSpc>
                <a:spcPct val="90000"/>
              </a:lnSpc>
              <a:spcBef>
                <a:spcPts val="1000"/>
              </a:spcBef>
              <a:buClr>
                <a:srgbClr val="240B60"/>
              </a:buClr>
              <a:buFont typeface="Arial" panose="020B0604020202020204" pitchFamily="34" charset="0"/>
              <a:buChar char="•"/>
              <a:defRPr sz="2800" kern="1200">
                <a:solidFill>
                  <a:schemeClr val="tx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
                <a:srgbClr val="240B60"/>
              </a:buClr>
              <a:buSzPct val="60000"/>
              <a:buFont typeface="Courier New" panose="02070309020205020404" pitchFamily="49" charset="0"/>
              <a:buChar char="o"/>
              <a:defRPr sz="2400" kern="1200">
                <a:solidFill>
                  <a:schemeClr val="tx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
                <a:srgbClr val="240B60"/>
              </a:buClr>
              <a:buSzPct val="80000"/>
              <a:buFont typeface="Wingdings" panose="05000000000000000000" pitchFamily="2" charset="2"/>
              <a:buChar char="§"/>
              <a:defRPr sz="2000" kern="1200">
                <a:solidFill>
                  <a:schemeClr val="tx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Clr>
                <a:srgbClr val="240B60"/>
              </a:buClr>
              <a:buSzPct val="50000"/>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Clr>
                <a:srgbClr val="240B60"/>
              </a:buClr>
              <a:buFont typeface="Calibri" panose="020F0502020204030204" pitchFamily="34" charset="0"/>
              <a:buChar char="–"/>
              <a:defRPr sz="1800" kern="1200">
                <a:solidFill>
                  <a:schemeClr val="tx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GB" sz="2000" b="1" dirty="0"/>
              <a:t>Observation Window A (South Africa): </a:t>
            </a:r>
            <a:r>
              <a:rPr lang="en-GB" sz="2000" dirty="0"/>
              <a:t>May – September.</a:t>
            </a:r>
          </a:p>
          <a:p>
            <a:pPr lvl="1" algn="just">
              <a:lnSpc>
                <a:spcPct val="150000"/>
              </a:lnSpc>
            </a:pPr>
            <a:r>
              <a:rPr lang="en-GB" sz="2000" dirty="0"/>
              <a:t>Focus: Western Cape, Eastern Cape.</a:t>
            </a:r>
          </a:p>
          <a:p>
            <a:pPr lvl="1" algn="just">
              <a:lnSpc>
                <a:spcPct val="150000"/>
              </a:lnSpc>
            </a:pPr>
            <a:r>
              <a:rPr lang="en-GB" sz="2000" dirty="0"/>
              <a:t>Driver: Antarctic Westerlies moving North.</a:t>
            </a:r>
          </a:p>
          <a:p>
            <a:pPr algn="just">
              <a:lnSpc>
                <a:spcPct val="150000"/>
              </a:lnSpc>
            </a:pPr>
            <a:r>
              <a:rPr lang="en-GB" sz="2000" b="1" dirty="0"/>
              <a:t>Observation Window B (North Africa): </a:t>
            </a:r>
            <a:r>
              <a:rPr lang="en-GB" sz="2000" dirty="0"/>
              <a:t>November – March.</a:t>
            </a:r>
          </a:p>
          <a:p>
            <a:pPr lvl="1" algn="just">
              <a:lnSpc>
                <a:spcPct val="150000"/>
              </a:lnSpc>
            </a:pPr>
            <a:r>
              <a:rPr lang="en-GB" sz="2000" dirty="0"/>
              <a:t>Focus: Morocco, Algeria, Libya, Egypt.</a:t>
            </a:r>
          </a:p>
          <a:p>
            <a:pPr lvl="1" algn="just">
              <a:lnSpc>
                <a:spcPct val="150000"/>
              </a:lnSpc>
            </a:pPr>
            <a:r>
              <a:rPr lang="en-GB" sz="2000" dirty="0"/>
              <a:t>Driver: Cold European air over the Mediterranean.</a:t>
            </a:r>
          </a:p>
        </p:txBody>
      </p:sp>
    </p:spTree>
    <p:extLst>
      <p:ext uri="{BB962C8B-B14F-4D97-AF65-F5344CB8AC3E}">
        <p14:creationId xmlns:p14="http://schemas.microsoft.com/office/powerpoint/2010/main" val="4179382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B8E50-3339-6C77-B8AF-3F38F0C520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405AD3-3B06-4031-FE2C-2180A29BF6D2}"/>
              </a:ext>
            </a:extLst>
          </p:cNvPr>
          <p:cNvSpPr>
            <a:spLocks noGrp="1"/>
          </p:cNvSpPr>
          <p:nvPr>
            <p:ph sz="half" idx="1"/>
          </p:nvPr>
        </p:nvSpPr>
        <p:spPr>
          <a:xfrm>
            <a:off x="302652" y="991406"/>
            <a:ext cx="11584548" cy="5178388"/>
          </a:xfrm>
          <a:solidFill>
            <a:schemeClr val="bg1"/>
          </a:solidFill>
        </p:spPr>
        <p:txBody>
          <a:bodyPr/>
          <a:lstStyle/>
          <a:p>
            <a:pPr algn="just">
              <a:lnSpc>
                <a:spcPct val="150000"/>
              </a:lnSpc>
            </a:pPr>
            <a:r>
              <a:rPr lang="en-GB" sz="2000" b="1" dirty="0"/>
              <a:t>Continuous 47-Year Hazard Monitoring (1980–2026): </a:t>
            </a:r>
            <a:r>
              <a:rPr lang="en-GB" sz="2000" dirty="0"/>
              <a:t>Hourly ECMWF ERA5 reanalysis across all African districts.</a:t>
            </a:r>
          </a:p>
          <a:p>
            <a:pPr algn="just">
              <a:lnSpc>
                <a:spcPct val="150000"/>
              </a:lnSpc>
            </a:pPr>
            <a:r>
              <a:rPr lang="en-GB" sz="2000" b="1" dirty="0"/>
              <a:t>Synoptic 72-Hour Reinsurance Event Window: </a:t>
            </a:r>
            <a:r>
              <a:rPr lang="en-GB" sz="2000" dirty="0"/>
              <a:t>Once peak gusts reach ≥ 63 km/h, a 72-hour window groups continuous storm hours into a single event. Selected based on physical cyclone landfall duration and inland dissipation decay (WMO No. 1194; Kaplan &amp; DeMaria, 1995).</a:t>
            </a:r>
          </a:p>
          <a:p>
            <a:pPr algn="just">
              <a:lnSpc>
                <a:spcPct val="150000"/>
              </a:lnSpc>
            </a:pPr>
            <a:r>
              <a:rPr lang="en-GB" sz="2000" b="1" dirty="0"/>
              <a:t>Sector-Specific Windows:</a:t>
            </a:r>
          </a:p>
          <a:p>
            <a:pPr marL="0" indent="0" algn="just">
              <a:lnSpc>
                <a:spcPct val="150000"/>
              </a:lnSpc>
              <a:buNone/>
            </a:pPr>
            <a:r>
              <a:rPr lang="en-GB" sz="2000" dirty="0"/>
              <a:t>◦ </a:t>
            </a:r>
            <a:r>
              <a:rPr lang="en-GB" sz="2000" b="1" dirty="0"/>
              <a:t>Agricultural In-Season</a:t>
            </a:r>
            <a:r>
              <a:rPr lang="en-GB" sz="2000" dirty="0"/>
              <a:t>: Following the active growing cycles (Planting to Harvest DOY across 2,066 districts; 186 events).</a:t>
            </a:r>
          </a:p>
          <a:p>
            <a:pPr marL="0" indent="0" algn="just">
              <a:lnSpc>
                <a:spcPct val="150000"/>
              </a:lnSpc>
              <a:buNone/>
            </a:pPr>
            <a:r>
              <a:rPr lang="en-GB" sz="2000" dirty="0"/>
              <a:t>◦ </a:t>
            </a:r>
            <a:r>
              <a:rPr lang="en-GB" sz="2000" b="1" dirty="0"/>
              <a:t>Commercial Property</a:t>
            </a:r>
            <a:r>
              <a:rPr lang="en-GB" sz="2000" dirty="0"/>
              <a:t>: Monitored across all 365 calendar days, capturing both SWIO summer cyclones and Mediterranean winter gales (210 events).</a:t>
            </a:r>
          </a:p>
        </p:txBody>
      </p:sp>
      <p:sp>
        <p:nvSpPr>
          <p:cNvPr id="4" name="Slide Number Placeholder 3">
            <a:extLst>
              <a:ext uri="{FF2B5EF4-FFF2-40B4-BE49-F238E27FC236}">
                <a16:creationId xmlns:a16="http://schemas.microsoft.com/office/drawing/2014/main" id="{AF9CF999-B476-2E5A-6B63-970DAA286D56}"/>
              </a:ext>
            </a:extLst>
          </p:cNvPr>
          <p:cNvSpPr>
            <a:spLocks noGrp="1"/>
          </p:cNvSpPr>
          <p:nvPr>
            <p:ph type="sldNum" sz="quarter" idx="11"/>
          </p:nvPr>
        </p:nvSpPr>
        <p:spPr/>
        <p:txBody>
          <a:bodyPr/>
          <a:lstStyle/>
          <a:p>
            <a:fld id="{2870BB4D-683F-4BE4-9264-B05BE7781C96}" type="slidenum">
              <a:rPr lang="en-GB" smtClean="0"/>
              <a:pPr/>
              <a:t>3</a:t>
            </a:fld>
            <a:endParaRPr lang="en-GB"/>
          </a:p>
        </p:txBody>
      </p:sp>
      <p:sp>
        <p:nvSpPr>
          <p:cNvPr id="5" name="Footer Placeholder 4">
            <a:extLst>
              <a:ext uri="{FF2B5EF4-FFF2-40B4-BE49-F238E27FC236}">
                <a16:creationId xmlns:a16="http://schemas.microsoft.com/office/drawing/2014/main" id="{E1A8DE1E-7AAA-2699-0247-2EA727473922}"/>
              </a:ext>
            </a:extLst>
          </p:cNvPr>
          <p:cNvSpPr>
            <a:spLocks noGrp="1"/>
          </p:cNvSpPr>
          <p:nvPr>
            <p:ph type="ftr" sz="quarter" idx="12"/>
          </p:nvPr>
        </p:nvSpPr>
        <p:spPr/>
        <p:txBody>
          <a:bodyPr/>
          <a:lstStyle/>
          <a:p>
            <a:r>
              <a:rPr lang="en-GB"/>
              <a:t>Private &amp; Confidential</a:t>
            </a:r>
            <a:endParaRPr lang="en-GB" dirty="0"/>
          </a:p>
        </p:txBody>
      </p:sp>
      <p:sp>
        <p:nvSpPr>
          <p:cNvPr id="6" name="Title 5">
            <a:extLst>
              <a:ext uri="{FF2B5EF4-FFF2-40B4-BE49-F238E27FC236}">
                <a16:creationId xmlns:a16="http://schemas.microsoft.com/office/drawing/2014/main" id="{2C1FE8E6-3983-77E1-9E5C-C321CE3A1530}"/>
              </a:ext>
            </a:extLst>
          </p:cNvPr>
          <p:cNvSpPr>
            <a:spLocks noGrp="1"/>
          </p:cNvSpPr>
          <p:nvPr>
            <p:ph type="title"/>
          </p:nvPr>
        </p:nvSpPr>
        <p:spPr>
          <a:xfrm>
            <a:off x="187152" y="188776"/>
            <a:ext cx="10784448" cy="837054"/>
          </a:xfrm>
        </p:spPr>
        <p:txBody>
          <a:bodyPr>
            <a:noAutofit/>
          </a:bodyPr>
          <a:lstStyle/>
          <a:p>
            <a:r>
              <a:rPr lang="en-GB" dirty="0">
                <a:latin typeface="Avenir Next LT Pro" panose="020B0504020202020204" pitchFamily="34" charset="0"/>
              </a:rPr>
              <a:t>Cyclone Window</a:t>
            </a:r>
          </a:p>
        </p:txBody>
      </p:sp>
    </p:spTree>
    <p:extLst>
      <p:ext uri="{BB962C8B-B14F-4D97-AF65-F5344CB8AC3E}">
        <p14:creationId xmlns:p14="http://schemas.microsoft.com/office/powerpoint/2010/main" val="1003451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C55725-0ABF-3C67-BECE-44030874B0BD}"/>
              </a:ext>
            </a:extLst>
          </p:cNvPr>
          <p:cNvSpPr>
            <a:spLocks noGrp="1"/>
          </p:cNvSpPr>
          <p:nvPr>
            <p:ph type="sldNum" sz="quarter" idx="11"/>
          </p:nvPr>
        </p:nvSpPr>
        <p:spPr/>
        <p:txBody>
          <a:bodyPr/>
          <a:lstStyle/>
          <a:p>
            <a:fld id="{2870BB4D-683F-4BE4-9264-B05BE7781C96}" type="slidenum">
              <a:rPr lang="en-GB" smtClean="0"/>
              <a:pPr/>
              <a:t>4</a:t>
            </a:fld>
            <a:endParaRPr lang="en-GB"/>
          </a:p>
        </p:txBody>
      </p:sp>
      <p:sp>
        <p:nvSpPr>
          <p:cNvPr id="5" name="Footer Placeholder 4">
            <a:extLst>
              <a:ext uri="{FF2B5EF4-FFF2-40B4-BE49-F238E27FC236}">
                <a16:creationId xmlns:a16="http://schemas.microsoft.com/office/drawing/2014/main" id="{ED1A2816-0F8C-A8F8-E5FD-B34982D730DE}"/>
              </a:ext>
            </a:extLst>
          </p:cNvPr>
          <p:cNvSpPr>
            <a:spLocks noGrp="1"/>
          </p:cNvSpPr>
          <p:nvPr>
            <p:ph type="ftr" sz="quarter" idx="12"/>
          </p:nvPr>
        </p:nvSpPr>
        <p:spPr/>
        <p:txBody>
          <a:bodyPr/>
          <a:lstStyle/>
          <a:p>
            <a:r>
              <a:rPr lang="en-GB" dirty="0"/>
              <a:t>Private &amp; Confidential</a:t>
            </a:r>
          </a:p>
        </p:txBody>
      </p:sp>
      <p:sp>
        <p:nvSpPr>
          <p:cNvPr id="6" name="Title 5">
            <a:extLst>
              <a:ext uri="{FF2B5EF4-FFF2-40B4-BE49-F238E27FC236}">
                <a16:creationId xmlns:a16="http://schemas.microsoft.com/office/drawing/2014/main" id="{94D6E3BB-D252-517E-2845-1F8867778634}"/>
              </a:ext>
            </a:extLst>
          </p:cNvPr>
          <p:cNvSpPr>
            <a:spLocks noGrp="1"/>
          </p:cNvSpPr>
          <p:nvPr>
            <p:ph type="title"/>
          </p:nvPr>
        </p:nvSpPr>
        <p:spPr>
          <a:xfrm>
            <a:off x="127001" y="122498"/>
            <a:ext cx="3241012" cy="365125"/>
          </a:xfrm>
        </p:spPr>
        <p:txBody>
          <a:bodyPr>
            <a:noAutofit/>
          </a:bodyPr>
          <a:lstStyle/>
          <a:p>
            <a:pPr algn="just">
              <a:lnSpc>
                <a:spcPct val="100000"/>
              </a:lnSpc>
            </a:pPr>
            <a:r>
              <a:rPr lang="en-GB" sz="3200" dirty="0">
                <a:latin typeface="Avenir Next LT Pro" panose="020B0504020202020204" pitchFamily="34" charset="0"/>
              </a:rPr>
              <a:t>Study Area:</a:t>
            </a:r>
          </a:p>
        </p:txBody>
      </p:sp>
      <p:sp>
        <p:nvSpPr>
          <p:cNvPr id="2" name="TextBox 1">
            <a:extLst>
              <a:ext uri="{FF2B5EF4-FFF2-40B4-BE49-F238E27FC236}">
                <a16:creationId xmlns:a16="http://schemas.microsoft.com/office/drawing/2014/main" id="{CE753D29-0EC7-EB63-168C-F68DC5CDE137}"/>
              </a:ext>
            </a:extLst>
          </p:cNvPr>
          <p:cNvSpPr txBox="1"/>
          <p:nvPr/>
        </p:nvSpPr>
        <p:spPr>
          <a:xfrm>
            <a:off x="12623800" y="2044700"/>
            <a:ext cx="184731" cy="369332"/>
          </a:xfrm>
          <a:prstGeom prst="rect">
            <a:avLst/>
          </a:prstGeom>
          <a:noFill/>
        </p:spPr>
        <p:txBody>
          <a:bodyPr wrap="none" rtlCol="0">
            <a:spAutoFit/>
          </a:bodyPr>
          <a:lstStyle/>
          <a:p>
            <a:endParaRPr lang="en-GB"/>
          </a:p>
        </p:txBody>
      </p:sp>
      <p:sp>
        <p:nvSpPr>
          <p:cNvPr id="9" name="TextBox 8">
            <a:extLst>
              <a:ext uri="{FF2B5EF4-FFF2-40B4-BE49-F238E27FC236}">
                <a16:creationId xmlns:a16="http://schemas.microsoft.com/office/drawing/2014/main" id="{591BFFDF-DFF2-F48A-8587-E48E8ACD993C}"/>
              </a:ext>
            </a:extLst>
          </p:cNvPr>
          <p:cNvSpPr txBox="1"/>
          <p:nvPr/>
        </p:nvSpPr>
        <p:spPr>
          <a:xfrm>
            <a:off x="6846247" y="5289947"/>
            <a:ext cx="4398613" cy="1015663"/>
          </a:xfrm>
          <a:prstGeom prst="rect">
            <a:avLst/>
          </a:prstGeom>
          <a:noFill/>
        </p:spPr>
        <p:txBody>
          <a:bodyPr wrap="square">
            <a:spAutoFit/>
          </a:bodyPr>
          <a:lstStyle/>
          <a:p>
            <a:pPr algn="just">
              <a:lnSpc>
                <a:spcPct val="100000"/>
              </a:lnSpc>
              <a:spcAft>
                <a:spcPts val="600"/>
              </a:spcAft>
              <a:defRPr sz="950">
                <a:solidFill>
                  <a:srgbClr val="475569"/>
                </a:solidFill>
              </a:defRPr>
            </a:pPr>
            <a:r>
              <a:rPr lang="en-GB" sz="2000" dirty="0">
                <a:solidFill>
                  <a:srgbClr val="240B60"/>
                </a:solidFill>
              </a:rPr>
              <a:t>Kept districts hit by windspeed (</a:t>
            </a:r>
            <a:r>
              <a:rPr lang="en-GB" sz="2000" dirty="0"/>
              <a:t>wind_gust_since_previous_post_processing_10m </a:t>
            </a:r>
            <a:r>
              <a:rPr lang="en-GB" sz="2000" dirty="0">
                <a:solidFill>
                  <a:srgbClr val="240B60"/>
                </a:solidFill>
              </a:rPr>
              <a:t>&gt;= 34 kt / 63 km/h).</a:t>
            </a:r>
          </a:p>
        </p:txBody>
      </p:sp>
      <p:pic>
        <p:nvPicPr>
          <p:cNvPr id="12" name="Picture 11">
            <a:extLst>
              <a:ext uri="{FF2B5EF4-FFF2-40B4-BE49-F238E27FC236}">
                <a16:creationId xmlns:a16="http://schemas.microsoft.com/office/drawing/2014/main" id="{7B39093A-0E1E-BCCC-C4CB-742B033EBDE2}"/>
              </a:ext>
            </a:extLst>
          </p:cNvPr>
          <p:cNvPicPr>
            <a:picLocks noChangeAspect="1"/>
          </p:cNvPicPr>
          <p:nvPr/>
        </p:nvPicPr>
        <p:blipFill>
          <a:blip r:embed="rId3">
            <a:extLst>
              <a:ext uri="{28A0092B-C50C-407E-A947-70E740481C1C}">
                <a14:useLocalDpi xmlns:a14="http://schemas.microsoft.com/office/drawing/2010/main" val="0"/>
              </a:ext>
            </a:extLst>
          </a:blip>
          <a:srcRect l="11520" t="6289" r="11164" b="1692"/>
          <a:stretch>
            <a:fillRect/>
          </a:stretch>
        </p:blipFill>
        <p:spPr>
          <a:xfrm>
            <a:off x="1068695" y="665370"/>
            <a:ext cx="4398613" cy="4619727"/>
          </a:xfrm>
          <a:prstGeom prst="rect">
            <a:avLst/>
          </a:prstGeom>
        </p:spPr>
      </p:pic>
      <p:sp>
        <p:nvSpPr>
          <p:cNvPr id="16" name="TextBox 15">
            <a:extLst>
              <a:ext uri="{FF2B5EF4-FFF2-40B4-BE49-F238E27FC236}">
                <a16:creationId xmlns:a16="http://schemas.microsoft.com/office/drawing/2014/main" id="{C875782F-9360-BB74-5DC8-AF7B8BC4C975}"/>
              </a:ext>
            </a:extLst>
          </p:cNvPr>
          <p:cNvSpPr txBox="1"/>
          <p:nvPr/>
        </p:nvSpPr>
        <p:spPr>
          <a:xfrm>
            <a:off x="1068695" y="5333076"/>
            <a:ext cx="4333893" cy="707886"/>
          </a:xfrm>
          <a:prstGeom prst="rect">
            <a:avLst/>
          </a:prstGeom>
          <a:noFill/>
        </p:spPr>
        <p:txBody>
          <a:bodyPr wrap="square">
            <a:spAutoFit/>
          </a:bodyPr>
          <a:lstStyle/>
          <a:p>
            <a:r>
              <a:rPr lang="en-GB" sz="2000" dirty="0">
                <a:solidFill>
                  <a:srgbClr val="240B60"/>
                </a:solidFill>
              </a:rPr>
              <a:t>Agricultural districts for crop season monitoring.</a:t>
            </a:r>
            <a:endParaRPr lang="en-GB" sz="2000" dirty="0"/>
          </a:p>
        </p:txBody>
      </p:sp>
      <p:pic>
        <p:nvPicPr>
          <p:cNvPr id="26" name="Picture 25">
            <a:extLst>
              <a:ext uri="{FF2B5EF4-FFF2-40B4-BE49-F238E27FC236}">
                <a16:creationId xmlns:a16="http://schemas.microsoft.com/office/drawing/2014/main" id="{6008AD75-0F48-638D-5CAC-F3C58EB66B8B}"/>
              </a:ext>
            </a:extLst>
          </p:cNvPr>
          <p:cNvPicPr>
            <a:picLocks noChangeAspect="1"/>
          </p:cNvPicPr>
          <p:nvPr/>
        </p:nvPicPr>
        <p:blipFill>
          <a:blip r:embed="rId4">
            <a:extLst>
              <a:ext uri="{28A0092B-C50C-407E-A947-70E740481C1C}">
                <a14:useLocalDpi xmlns:a14="http://schemas.microsoft.com/office/drawing/2010/main" val="0"/>
              </a:ext>
            </a:extLst>
          </a:blip>
          <a:srcRect l="9170" t="6415" r="9680" b="1786"/>
          <a:stretch>
            <a:fillRect/>
          </a:stretch>
        </p:blipFill>
        <p:spPr>
          <a:xfrm>
            <a:off x="6846247" y="656744"/>
            <a:ext cx="4398613" cy="4659081"/>
          </a:xfrm>
          <a:prstGeom prst="rect">
            <a:avLst/>
          </a:prstGeom>
        </p:spPr>
      </p:pic>
    </p:spTree>
    <p:extLst>
      <p:ext uri="{BB962C8B-B14F-4D97-AF65-F5344CB8AC3E}">
        <p14:creationId xmlns:p14="http://schemas.microsoft.com/office/powerpoint/2010/main" val="101682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82BA6-AAE3-CA07-28B2-EEB2B1237A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5CE15-2B79-9C3E-5CE5-5A836E7DC99B}"/>
              </a:ext>
            </a:extLst>
          </p:cNvPr>
          <p:cNvSpPr>
            <a:spLocks noGrp="1"/>
          </p:cNvSpPr>
          <p:nvPr>
            <p:ph type="sldNum" sz="quarter" idx="11"/>
          </p:nvPr>
        </p:nvSpPr>
        <p:spPr/>
        <p:txBody>
          <a:bodyPr/>
          <a:lstStyle/>
          <a:p>
            <a:fld id="{2870BB4D-683F-4BE4-9264-B05BE7781C96}" type="slidenum">
              <a:rPr lang="en-GB" smtClean="0"/>
              <a:pPr/>
              <a:t>5</a:t>
            </a:fld>
            <a:endParaRPr lang="en-GB"/>
          </a:p>
        </p:txBody>
      </p:sp>
      <p:sp>
        <p:nvSpPr>
          <p:cNvPr id="5" name="Footer Placeholder 4">
            <a:extLst>
              <a:ext uri="{FF2B5EF4-FFF2-40B4-BE49-F238E27FC236}">
                <a16:creationId xmlns:a16="http://schemas.microsoft.com/office/drawing/2014/main" id="{6BF7A6D4-4525-4AEF-1CCD-7421E5FBD506}"/>
              </a:ext>
            </a:extLst>
          </p:cNvPr>
          <p:cNvSpPr>
            <a:spLocks noGrp="1"/>
          </p:cNvSpPr>
          <p:nvPr>
            <p:ph type="ftr" sz="quarter" idx="12"/>
          </p:nvPr>
        </p:nvSpPr>
        <p:spPr/>
        <p:txBody>
          <a:bodyPr/>
          <a:lstStyle/>
          <a:p>
            <a:r>
              <a:rPr lang="en-GB" dirty="0"/>
              <a:t>Private &amp; Confidential</a:t>
            </a:r>
          </a:p>
        </p:txBody>
      </p:sp>
      <p:sp>
        <p:nvSpPr>
          <p:cNvPr id="6" name="Title 5">
            <a:extLst>
              <a:ext uri="{FF2B5EF4-FFF2-40B4-BE49-F238E27FC236}">
                <a16:creationId xmlns:a16="http://schemas.microsoft.com/office/drawing/2014/main" id="{0038B3BF-CFBC-8487-3C2E-7890E6EBC3B8}"/>
              </a:ext>
            </a:extLst>
          </p:cNvPr>
          <p:cNvSpPr>
            <a:spLocks noGrp="1"/>
          </p:cNvSpPr>
          <p:nvPr>
            <p:ph type="title"/>
          </p:nvPr>
        </p:nvSpPr>
        <p:spPr>
          <a:xfrm>
            <a:off x="339587" y="331477"/>
            <a:ext cx="5756414" cy="708605"/>
          </a:xfrm>
        </p:spPr>
        <p:txBody>
          <a:bodyPr>
            <a:noAutofit/>
          </a:bodyPr>
          <a:lstStyle/>
          <a:p>
            <a:pPr algn="just">
              <a:lnSpc>
                <a:spcPct val="100000"/>
              </a:lnSpc>
            </a:pPr>
            <a:r>
              <a:rPr lang="en-US" dirty="0">
                <a:latin typeface="Avenir Next LT Pro" panose="020B0504020202020204" pitchFamily="34" charset="0"/>
              </a:rPr>
              <a:t>Contd.</a:t>
            </a:r>
            <a:endParaRPr lang="en-GB" dirty="0">
              <a:latin typeface="Avenir Next LT Pro" panose="020B0504020202020204" pitchFamily="34" charset="0"/>
            </a:endParaRPr>
          </a:p>
        </p:txBody>
      </p:sp>
      <p:sp>
        <p:nvSpPr>
          <p:cNvPr id="8" name="Text Placeholder 7">
            <a:extLst>
              <a:ext uri="{FF2B5EF4-FFF2-40B4-BE49-F238E27FC236}">
                <a16:creationId xmlns:a16="http://schemas.microsoft.com/office/drawing/2014/main" id="{4E8C0CE4-26A8-86B0-56CD-403EFB92EF7E}"/>
              </a:ext>
            </a:extLst>
          </p:cNvPr>
          <p:cNvSpPr>
            <a:spLocks noGrp="1"/>
          </p:cNvSpPr>
          <p:nvPr>
            <p:ph type="body" sz="half" idx="2"/>
          </p:nvPr>
        </p:nvSpPr>
        <p:spPr>
          <a:xfrm>
            <a:off x="339586" y="1371600"/>
            <a:ext cx="5642682" cy="4574876"/>
          </a:xfrm>
        </p:spPr>
        <p:txBody>
          <a:bodyPr/>
          <a:lstStyle/>
          <a:p>
            <a:pPr marL="285750" indent="-285750" algn="just">
              <a:lnSpc>
                <a:spcPct val="150000"/>
              </a:lnSpc>
              <a:buFont typeface="Arial" panose="020B0604020202020204" pitchFamily="34" charset="0"/>
              <a:buChar char="•"/>
            </a:pPr>
            <a:r>
              <a:rPr lang="en-GB" sz="2000" dirty="0"/>
              <a:t>This prevents us from under representing high-value urban corridors or non-maize agricultural zones, providing a more comprehensive view of cyclone risk in Africa.</a:t>
            </a:r>
          </a:p>
        </p:txBody>
      </p:sp>
      <p:pic>
        <p:nvPicPr>
          <p:cNvPr id="3" name="Picture 2">
            <a:extLst>
              <a:ext uri="{FF2B5EF4-FFF2-40B4-BE49-F238E27FC236}">
                <a16:creationId xmlns:a16="http://schemas.microsoft.com/office/drawing/2014/main" id="{97B97E98-D703-6446-7F72-009385AB6FA6}"/>
              </a:ext>
            </a:extLst>
          </p:cNvPr>
          <p:cNvPicPr>
            <a:picLocks noChangeAspect="1"/>
          </p:cNvPicPr>
          <p:nvPr/>
        </p:nvPicPr>
        <p:blipFill>
          <a:blip r:embed="rId3">
            <a:extLst>
              <a:ext uri="{28A0092B-C50C-407E-A947-70E740481C1C}">
                <a14:useLocalDpi xmlns:a14="http://schemas.microsoft.com/office/drawing/2010/main" val="0"/>
              </a:ext>
            </a:extLst>
          </a:blip>
          <a:srcRect l="1046" t="6526" r="820" b="2612"/>
          <a:stretch>
            <a:fillRect/>
          </a:stretch>
        </p:blipFill>
        <p:spPr>
          <a:xfrm>
            <a:off x="6209733" y="0"/>
            <a:ext cx="5982267" cy="6262777"/>
          </a:xfrm>
          <a:prstGeom prst="rect">
            <a:avLst/>
          </a:prstGeom>
        </p:spPr>
      </p:pic>
    </p:spTree>
    <p:extLst>
      <p:ext uri="{BB962C8B-B14F-4D97-AF65-F5344CB8AC3E}">
        <p14:creationId xmlns:p14="http://schemas.microsoft.com/office/powerpoint/2010/main" val="1081132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4548BA-1000-D124-BC8F-AF25D5294543}"/>
              </a:ext>
            </a:extLst>
          </p:cNvPr>
          <p:cNvSpPr>
            <a:spLocks noGrp="1"/>
          </p:cNvSpPr>
          <p:nvPr>
            <p:ph type="body" sz="quarter" idx="11"/>
          </p:nvPr>
        </p:nvSpPr>
        <p:spPr>
          <a:xfrm>
            <a:off x="4783757" y="276725"/>
            <a:ext cx="6978316" cy="5238549"/>
          </a:xfrm>
          <a:solidFill>
            <a:schemeClr val="bg1"/>
          </a:solidFill>
        </p:spPr>
        <p:txBody>
          <a:bodyPr/>
          <a:lstStyle/>
          <a:p>
            <a:pPr marL="342900" indent="-342900" algn="just">
              <a:lnSpc>
                <a:spcPct val="150000"/>
              </a:lnSpc>
              <a:buFont typeface="Arial" panose="020B0604020202020204" pitchFamily="34" charset="0"/>
              <a:buChar char="•"/>
            </a:pPr>
            <a:r>
              <a:rPr lang="en-GB" sz="2400" dirty="0">
                <a:latin typeface="Avenir Next LT Pro" panose="020B0504020202020204" pitchFamily="34" charset="0"/>
              </a:rPr>
              <a:t>ERA5: ECMWF ERA5 Hourly on Single Levels (Google Earth Engine: ECMWF/ERA5/HOURLY)</a:t>
            </a:r>
          </a:p>
          <a:p>
            <a:pPr marL="342900" indent="-342900" algn="just">
              <a:lnSpc>
                <a:spcPct val="150000"/>
              </a:lnSpc>
              <a:buFont typeface="Arial" panose="020B0604020202020204" pitchFamily="34" charset="0"/>
              <a:buChar char="•"/>
            </a:pPr>
            <a:r>
              <a:rPr lang="en-GB" sz="2400" dirty="0">
                <a:latin typeface="Avenir Next LT Pro" panose="020B0504020202020204" pitchFamily="34" charset="0"/>
              </a:rPr>
              <a:t>Variable:wind_gust_since_previous_post_processing_10m (m/s)</a:t>
            </a:r>
          </a:p>
          <a:p>
            <a:pPr marL="342900" indent="-342900" algn="just">
              <a:lnSpc>
                <a:spcPct val="150000"/>
              </a:lnSpc>
              <a:buFont typeface="Arial" panose="020B0604020202020204" pitchFamily="34" charset="0"/>
              <a:buChar char="•"/>
            </a:pPr>
            <a:r>
              <a:rPr lang="en-GB" sz="2400" dirty="0">
                <a:latin typeface="Avenir Next LT Pro" panose="020B0504020202020204" pitchFamily="34" charset="0"/>
              </a:rPr>
              <a:t>Spatial Resolution: 0.25 degrees (~31 km at the equator)</a:t>
            </a:r>
          </a:p>
          <a:p>
            <a:pPr marL="342900" indent="-342900" algn="just">
              <a:lnSpc>
                <a:spcPct val="150000"/>
              </a:lnSpc>
              <a:buFont typeface="Arial" panose="020B0604020202020204" pitchFamily="34" charset="0"/>
              <a:buChar char="•"/>
            </a:pPr>
            <a:r>
              <a:rPr lang="en-GB" sz="2400" dirty="0">
                <a:latin typeface="Avenir Next LT Pro" panose="020B0504020202020204" pitchFamily="34" charset="0"/>
              </a:rPr>
              <a:t>Temporal Resolution: Hourly</a:t>
            </a:r>
          </a:p>
          <a:p>
            <a:pPr marL="342900" indent="-342900" algn="just">
              <a:lnSpc>
                <a:spcPct val="150000"/>
              </a:lnSpc>
              <a:buFont typeface="Arial" panose="020B0604020202020204" pitchFamily="34" charset="0"/>
              <a:buChar char="•"/>
            </a:pPr>
            <a:r>
              <a:rPr lang="en-GB" sz="2400" dirty="0">
                <a:latin typeface="Avenir Next LT Pro" panose="020B0504020202020204" pitchFamily="34" charset="0"/>
              </a:rPr>
              <a:t>Coverage: Global, from 1940 to present</a:t>
            </a:r>
          </a:p>
          <a:p>
            <a:pPr marL="342900" indent="-342900" algn="just">
              <a:lnSpc>
                <a:spcPct val="150000"/>
              </a:lnSpc>
              <a:buFont typeface="Arial" panose="020B0604020202020204" pitchFamily="34" charset="0"/>
              <a:buChar char="•"/>
            </a:pPr>
            <a:endParaRPr lang="en-US" sz="2400" dirty="0">
              <a:latin typeface="Avenir Next LT Pro" panose="020B0504020202020204" pitchFamily="34" charset="0"/>
            </a:endParaRPr>
          </a:p>
        </p:txBody>
      </p:sp>
      <p:sp>
        <p:nvSpPr>
          <p:cNvPr id="3" name="Title 2">
            <a:extLst>
              <a:ext uri="{FF2B5EF4-FFF2-40B4-BE49-F238E27FC236}">
                <a16:creationId xmlns:a16="http://schemas.microsoft.com/office/drawing/2014/main" id="{76ABFD06-97D7-18E2-2F0A-1EF5BF0E77D2}"/>
              </a:ext>
            </a:extLst>
          </p:cNvPr>
          <p:cNvSpPr>
            <a:spLocks noGrp="1"/>
          </p:cNvSpPr>
          <p:nvPr>
            <p:ph type="title"/>
          </p:nvPr>
        </p:nvSpPr>
        <p:spPr>
          <a:xfrm>
            <a:off x="97967" y="228601"/>
            <a:ext cx="4114801" cy="914399"/>
          </a:xfrm>
        </p:spPr>
        <p:txBody>
          <a:bodyPr/>
          <a:lstStyle/>
          <a:p>
            <a:pPr algn="ctr"/>
            <a:r>
              <a:rPr lang="en-US" b="1" dirty="0">
                <a:solidFill>
                  <a:schemeClr val="bg1"/>
                </a:solidFill>
              </a:rPr>
              <a:t>Data:</a:t>
            </a:r>
            <a:endParaRPr lang="en-GB" dirty="0">
              <a:solidFill>
                <a:schemeClr val="bg1"/>
              </a:solidFill>
            </a:endParaRPr>
          </a:p>
        </p:txBody>
      </p:sp>
      <p:sp>
        <p:nvSpPr>
          <p:cNvPr id="4" name="Footer Placeholder 3">
            <a:extLst>
              <a:ext uri="{FF2B5EF4-FFF2-40B4-BE49-F238E27FC236}">
                <a16:creationId xmlns:a16="http://schemas.microsoft.com/office/drawing/2014/main" id="{5071EA2F-B855-4EE6-84F4-A4578BB28C86}"/>
              </a:ext>
            </a:extLst>
          </p:cNvPr>
          <p:cNvSpPr>
            <a:spLocks noGrp="1"/>
          </p:cNvSpPr>
          <p:nvPr>
            <p:ph type="ftr" sz="quarter" idx="12"/>
          </p:nvPr>
        </p:nvSpPr>
        <p:spPr/>
        <p:txBody>
          <a:bodyPr/>
          <a:lstStyle/>
          <a:p>
            <a:r>
              <a:rPr lang="en-US"/>
              <a:t>Private &amp; Confidential</a:t>
            </a:r>
            <a:endParaRPr lang="en-GB" dirty="0"/>
          </a:p>
        </p:txBody>
      </p:sp>
    </p:spTree>
    <p:extLst>
      <p:ext uri="{BB962C8B-B14F-4D97-AF65-F5344CB8AC3E}">
        <p14:creationId xmlns:p14="http://schemas.microsoft.com/office/powerpoint/2010/main" val="3140503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D9FADB-62C8-E280-6245-BA2CBE703E2F}"/>
              </a:ext>
            </a:extLst>
          </p:cNvPr>
          <p:cNvSpPr>
            <a:spLocks noGrp="1"/>
          </p:cNvSpPr>
          <p:nvPr>
            <p:ph type="sldNum" sz="quarter" idx="11"/>
          </p:nvPr>
        </p:nvSpPr>
        <p:spPr/>
        <p:txBody>
          <a:bodyPr/>
          <a:lstStyle/>
          <a:p>
            <a:fld id="{2870BB4D-683F-4BE4-9264-B05BE7781C96}" type="slidenum">
              <a:rPr lang="en-GB" smtClean="0"/>
              <a:pPr/>
              <a:t>7</a:t>
            </a:fld>
            <a:endParaRPr lang="en-GB"/>
          </a:p>
        </p:txBody>
      </p:sp>
      <p:sp>
        <p:nvSpPr>
          <p:cNvPr id="4" name="Footer Placeholder 3">
            <a:extLst>
              <a:ext uri="{FF2B5EF4-FFF2-40B4-BE49-F238E27FC236}">
                <a16:creationId xmlns:a16="http://schemas.microsoft.com/office/drawing/2014/main" id="{9A78AE5F-4544-44B9-71F5-74A1438F0064}"/>
              </a:ext>
            </a:extLst>
          </p:cNvPr>
          <p:cNvSpPr>
            <a:spLocks noGrp="1"/>
          </p:cNvSpPr>
          <p:nvPr>
            <p:ph type="ftr" sz="quarter" idx="12"/>
          </p:nvPr>
        </p:nvSpPr>
        <p:spPr/>
        <p:txBody>
          <a:bodyPr/>
          <a:lstStyle/>
          <a:p>
            <a:r>
              <a:rPr lang="en-GB"/>
              <a:t>Private &amp; Confidential</a:t>
            </a:r>
            <a:endParaRPr lang="en-GB" dirty="0"/>
          </a:p>
        </p:txBody>
      </p:sp>
      <p:sp>
        <p:nvSpPr>
          <p:cNvPr id="6" name="Title 4">
            <a:extLst>
              <a:ext uri="{FF2B5EF4-FFF2-40B4-BE49-F238E27FC236}">
                <a16:creationId xmlns:a16="http://schemas.microsoft.com/office/drawing/2014/main" id="{07002D3D-3A87-E60E-A695-51FF516C5305}"/>
              </a:ext>
            </a:extLst>
          </p:cNvPr>
          <p:cNvSpPr>
            <a:spLocks noGrp="1"/>
          </p:cNvSpPr>
          <p:nvPr>
            <p:ph type="title"/>
          </p:nvPr>
        </p:nvSpPr>
        <p:spPr>
          <a:xfrm>
            <a:off x="181063" y="249391"/>
            <a:ext cx="10099297" cy="714342"/>
          </a:xfrm>
        </p:spPr>
        <p:txBody>
          <a:bodyPr>
            <a:noAutofit/>
          </a:bodyPr>
          <a:lstStyle/>
          <a:p>
            <a:r>
              <a:rPr lang="en-GB" b="1" dirty="0">
                <a:latin typeface="Avenir Next LT Pro" panose="020B0504020202020204" pitchFamily="34" charset="0"/>
              </a:rPr>
              <a:t>ECMWF ERA5 Reanalysis vs. Holland Model</a:t>
            </a:r>
            <a:endParaRPr lang="en-US" b="1" dirty="0">
              <a:latin typeface="Avenir Next LT Pro" panose="020B0504020202020204" pitchFamily="34" charset="0"/>
              <a:ea typeface="Cambria Math" panose="02040503050406030204" pitchFamily="18" charset="0"/>
            </a:endParaRPr>
          </a:p>
        </p:txBody>
      </p:sp>
      <p:sp>
        <p:nvSpPr>
          <p:cNvPr id="7" name="TextBox 6">
            <a:extLst>
              <a:ext uri="{FF2B5EF4-FFF2-40B4-BE49-F238E27FC236}">
                <a16:creationId xmlns:a16="http://schemas.microsoft.com/office/drawing/2014/main" id="{65CE76BD-63A9-1EB2-DB9D-0B9794DB12C0}"/>
              </a:ext>
            </a:extLst>
          </p:cNvPr>
          <p:cNvSpPr txBox="1"/>
          <p:nvPr/>
        </p:nvSpPr>
        <p:spPr>
          <a:xfrm>
            <a:off x="181062" y="1328713"/>
            <a:ext cx="8195425" cy="5031570"/>
          </a:xfrm>
          <a:prstGeom prst="rect">
            <a:avLst/>
          </a:prstGeom>
          <a:noFill/>
        </p:spPr>
        <p:txBody>
          <a:bodyPr wrap="square">
            <a:spAutoFit/>
          </a:bodyPr>
          <a:lstStyle/>
          <a:p>
            <a:pPr marL="0" marR="0" lvl="0" indent="-34290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Limitations of the Holland (1980) Vortex Model</a:t>
            </a:r>
            <a:r>
              <a:rPr lang="en-GB" sz="1800" b="0" i="0" dirty="0">
                <a:solidFill>
                  <a:schemeClr val="tx1"/>
                </a:solidFill>
                <a:effectLst/>
                <a:latin typeface="Avenir Next LT Pro" panose="020B0504020202020204" pitchFamily="34" charset="0"/>
              </a:rPr>
              <a:t>:</a:t>
            </a:r>
          </a:p>
          <a:p>
            <a:pPr marL="742950" lvl="1" indent="-285750" algn="just">
              <a:lnSpc>
                <a:spcPct val="150000"/>
              </a:lnSpc>
              <a:buFont typeface="Arial" panose="020B0604020202020204" pitchFamily="34" charset="0"/>
              <a:buChar char="•"/>
            </a:pPr>
            <a:r>
              <a:rPr lang="en-GB" dirty="0">
                <a:latin typeface="Avenir Next LT Pro" panose="020B0504020202020204" pitchFamily="34" charset="0"/>
              </a:rPr>
              <a:t>I</a:t>
            </a:r>
            <a:r>
              <a:rPr lang="en-GB" sz="1800" b="0" i="0" dirty="0">
                <a:solidFill>
                  <a:schemeClr val="tx1"/>
                </a:solidFill>
                <a:effectLst/>
                <a:latin typeface="Avenir Next LT Pro" panose="020B0504020202020204" pitchFamily="34" charset="0"/>
              </a:rPr>
              <a:t>gnores real land friction, mountains, and local terrain roughness.</a:t>
            </a:r>
          </a:p>
          <a:p>
            <a:pPr marL="742950" lvl="1" indent="-285750" algn="just">
              <a:lnSpc>
                <a:spcPct val="150000"/>
              </a:lnSpc>
              <a:buFont typeface="Arial" panose="020B0604020202020204" pitchFamily="34" charset="0"/>
              <a:buChar char="•"/>
            </a:pPr>
            <a:r>
              <a:rPr lang="en-GB" sz="1800" b="0" i="0" dirty="0">
                <a:solidFill>
                  <a:schemeClr val="tx1"/>
                </a:solidFill>
                <a:effectLst/>
                <a:latin typeface="Avenir Next LT Pro" panose="020B0504020202020204" pitchFamily="34" charset="0"/>
              </a:rPr>
              <a:t>Only works for officially declared tropical cyclones.</a:t>
            </a:r>
          </a:p>
          <a:p>
            <a:pPr marL="0" marR="0" lvl="0" indent="-34290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Why We Standardized on ECMWF ERA5 Instantaneous Wind Gust</a:t>
            </a:r>
            <a:r>
              <a:rPr lang="en-GB" sz="1800" b="0" i="0" dirty="0">
                <a:solidFill>
                  <a:schemeClr val="tx1"/>
                </a:solidFill>
                <a:effectLst/>
                <a:latin typeface="Avenir Next LT Pro" panose="020B0504020202020204" pitchFamily="34" charset="0"/>
              </a:rPr>
              <a:t>:</a:t>
            </a:r>
          </a:p>
          <a:p>
            <a:pPr marL="742950" lvl="1" indent="-28575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Direct Physical Measurement</a:t>
            </a:r>
            <a:r>
              <a:rPr lang="en-GB" sz="1800" b="0" i="0" dirty="0">
                <a:solidFill>
                  <a:schemeClr val="tx1"/>
                </a:solidFill>
                <a:effectLst/>
                <a:latin typeface="Avenir Next LT Pro" panose="020B0504020202020204" pitchFamily="34" charset="0"/>
              </a:rPr>
              <a:t>: Provides continuous hourly wind speeds at 10 meters height across all 2,086 districts.</a:t>
            </a:r>
          </a:p>
          <a:p>
            <a:pPr marL="742950" lvl="1" indent="-28575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Validated Against Ground Stations</a:t>
            </a:r>
            <a:r>
              <a:rPr lang="en-GB" sz="1800" b="0" i="0" dirty="0">
                <a:solidFill>
                  <a:schemeClr val="tx1"/>
                </a:solidFill>
                <a:effectLst/>
                <a:latin typeface="Avenir Next LT Pro" panose="020B0504020202020204" pitchFamily="34" charset="0"/>
              </a:rPr>
              <a:t>: During Cyclone Idai at Beira Airport, ERA5 recorded </a:t>
            </a:r>
            <a:r>
              <a:rPr lang="en-GB" sz="1800" b="1" i="0" dirty="0">
                <a:solidFill>
                  <a:schemeClr val="tx1"/>
                </a:solidFill>
                <a:effectLst/>
                <a:latin typeface="Avenir Next LT Pro" panose="020B0504020202020204" pitchFamily="34" charset="0"/>
              </a:rPr>
              <a:t>147.8 km/h</a:t>
            </a:r>
            <a:r>
              <a:rPr lang="en-GB" sz="1800" b="0" i="0" dirty="0">
                <a:solidFill>
                  <a:schemeClr val="tx1"/>
                </a:solidFill>
                <a:effectLst/>
                <a:latin typeface="Avenir Next LT Pro" panose="020B0504020202020204" pitchFamily="34" charset="0"/>
              </a:rPr>
              <a:t>, closely matching official ground station readings of </a:t>
            </a:r>
            <a:r>
              <a:rPr lang="en-GB" sz="1800" b="1" i="0" dirty="0">
                <a:solidFill>
                  <a:schemeClr val="tx1"/>
                </a:solidFill>
                <a:effectLst/>
                <a:latin typeface="Avenir Next LT Pro" panose="020B0504020202020204" pitchFamily="34" charset="0"/>
              </a:rPr>
              <a:t>150–165 km/h</a:t>
            </a:r>
            <a:r>
              <a:rPr lang="en-GB" dirty="0">
                <a:latin typeface="Avenir Next LT Pro" panose="020B0504020202020204" pitchFamily="34" charset="0"/>
              </a:rPr>
              <a:t>.</a:t>
            </a:r>
            <a:endParaRPr lang="en-GB" sz="1800" b="0" i="0" dirty="0">
              <a:solidFill>
                <a:schemeClr val="tx1"/>
              </a:solidFill>
              <a:effectLst/>
              <a:latin typeface="Avenir Next LT Pro" panose="020B0504020202020204" pitchFamily="34" charset="0"/>
            </a:endParaRPr>
          </a:p>
          <a:p>
            <a:pPr marL="742950" lvl="1" indent="-285750" algn="just">
              <a:lnSpc>
                <a:spcPct val="150000"/>
              </a:lnSpc>
              <a:buFont typeface="Arial" panose="020B0604020202020204" pitchFamily="34" charset="0"/>
              <a:buChar char="•"/>
            </a:pPr>
            <a:r>
              <a:rPr lang="en-GB" sz="1800" b="1" i="0" dirty="0">
                <a:solidFill>
                  <a:schemeClr val="tx1"/>
                </a:solidFill>
                <a:effectLst/>
                <a:latin typeface="Avenir Next LT Pro" panose="020B0504020202020204" pitchFamily="34" charset="0"/>
              </a:rPr>
              <a:t>Unified Pan-African Coverage</a:t>
            </a:r>
            <a:r>
              <a:rPr lang="en-GB" sz="1800" b="0" i="0" dirty="0">
                <a:solidFill>
                  <a:schemeClr val="tx1"/>
                </a:solidFill>
                <a:effectLst/>
                <a:latin typeface="Avenir Next LT Pro" panose="020B0504020202020204" pitchFamily="34" charset="0"/>
              </a:rPr>
              <a:t>: Covers both Southern African tropical cyclones and North African Mediterranean gales consistently across 47 full years (1980–2026).</a:t>
            </a:r>
          </a:p>
        </p:txBody>
      </p:sp>
      <p:pic>
        <p:nvPicPr>
          <p:cNvPr id="11" name="Picture 10">
            <a:extLst>
              <a:ext uri="{FF2B5EF4-FFF2-40B4-BE49-F238E27FC236}">
                <a16:creationId xmlns:a16="http://schemas.microsoft.com/office/drawing/2014/main" id="{25BB1ED9-A287-3AA2-684D-88B1C6083E1D}"/>
              </a:ext>
            </a:extLst>
          </p:cNvPr>
          <p:cNvPicPr>
            <a:picLocks noChangeAspect="1"/>
          </p:cNvPicPr>
          <p:nvPr/>
        </p:nvPicPr>
        <p:blipFill>
          <a:blip r:embed="rId3">
            <a:extLst>
              <a:ext uri="{28A0092B-C50C-407E-A947-70E740481C1C}">
                <a14:useLocalDpi xmlns:a14="http://schemas.microsoft.com/office/drawing/2010/main" val="0"/>
              </a:ext>
            </a:extLst>
          </a:blip>
          <a:srcRect l="50000" t="8854" r="26" b="345"/>
          <a:stretch>
            <a:fillRect/>
          </a:stretch>
        </p:blipFill>
        <p:spPr>
          <a:xfrm>
            <a:off x="8376487" y="1319409"/>
            <a:ext cx="3634450" cy="2938241"/>
          </a:xfrm>
          <a:prstGeom prst="rect">
            <a:avLst/>
          </a:prstGeom>
        </p:spPr>
      </p:pic>
    </p:spTree>
    <p:extLst>
      <p:ext uri="{BB962C8B-B14F-4D97-AF65-F5344CB8AC3E}">
        <p14:creationId xmlns:p14="http://schemas.microsoft.com/office/powerpoint/2010/main" val="37054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6952C-96FD-D6EF-13C3-8C694B6224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F2FBF6-0E45-B7C7-E49F-7A52EE8CBEB1}"/>
              </a:ext>
            </a:extLst>
          </p:cNvPr>
          <p:cNvSpPr>
            <a:spLocks noGrp="1"/>
          </p:cNvSpPr>
          <p:nvPr>
            <p:ph type="sldNum" sz="quarter" idx="11"/>
          </p:nvPr>
        </p:nvSpPr>
        <p:spPr/>
        <p:txBody>
          <a:bodyPr/>
          <a:lstStyle/>
          <a:p>
            <a:fld id="{2870BB4D-683F-4BE4-9264-B05BE7781C96}" type="slidenum">
              <a:rPr lang="en-GB" smtClean="0"/>
              <a:pPr/>
              <a:t>8</a:t>
            </a:fld>
            <a:endParaRPr lang="en-GB"/>
          </a:p>
        </p:txBody>
      </p:sp>
      <p:sp>
        <p:nvSpPr>
          <p:cNvPr id="4" name="Footer Placeholder 3">
            <a:extLst>
              <a:ext uri="{FF2B5EF4-FFF2-40B4-BE49-F238E27FC236}">
                <a16:creationId xmlns:a16="http://schemas.microsoft.com/office/drawing/2014/main" id="{6BEB215F-E6D8-7C78-9C68-9AF8E87E744F}"/>
              </a:ext>
            </a:extLst>
          </p:cNvPr>
          <p:cNvSpPr>
            <a:spLocks noGrp="1"/>
          </p:cNvSpPr>
          <p:nvPr>
            <p:ph type="ftr" sz="quarter" idx="12"/>
          </p:nvPr>
        </p:nvSpPr>
        <p:spPr/>
        <p:txBody>
          <a:bodyPr/>
          <a:lstStyle/>
          <a:p>
            <a:r>
              <a:rPr lang="en-GB"/>
              <a:t>Private &amp; Confidential</a:t>
            </a:r>
            <a:endParaRPr lang="en-GB" dirty="0"/>
          </a:p>
        </p:txBody>
      </p:sp>
      <p:sp>
        <p:nvSpPr>
          <p:cNvPr id="31" name="TextBox 30">
            <a:extLst>
              <a:ext uri="{FF2B5EF4-FFF2-40B4-BE49-F238E27FC236}">
                <a16:creationId xmlns:a16="http://schemas.microsoft.com/office/drawing/2014/main" id="{5FF0B1AB-64A6-AD65-9134-7EB1B9406B6D}"/>
              </a:ext>
            </a:extLst>
          </p:cNvPr>
          <p:cNvSpPr txBox="1"/>
          <p:nvPr/>
        </p:nvSpPr>
        <p:spPr>
          <a:xfrm>
            <a:off x="142152" y="771520"/>
            <a:ext cx="11829875" cy="5386090"/>
          </a:xfrm>
          <a:prstGeom prst="rect">
            <a:avLst/>
          </a:prstGeom>
          <a:solidFill>
            <a:schemeClr val="bg1"/>
          </a:solidFill>
        </p:spPr>
        <p:txBody>
          <a:bodyPr wrap="square">
            <a:spAutoFit/>
          </a:bodyPr>
          <a:lstStyle/>
          <a:p>
            <a:r>
              <a:rPr lang="en-GB" sz="2000" b="1" dirty="0"/>
              <a:t>Step 1: District Peak Wind Speed</a:t>
            </a:r>
          </a:p>
          <a:p>
            <a:r>
              <a:rPr lang="en-GB" sz="2000" dirty="0"/>
              <a:t>Formula: </a:t>
            </a:r>
            <a:r>
              <a:rPr lang="en-GB" sz="2000" b="1" dirty="0"/>
              <a:t>District Peak Wind = Maximum Wind Speed recorded anywhere inside the district boundary</a:t>
            </a:r>
            <a:endParaRPr lang="en-GB" sz="2000" dirty="0"/>
          </a:p>
          <a:p>
            <a:endParaRPr lang="en-GB" sz="1200" dirty="0"/>
          </a:p>
          <a:p>
            <a:r>
              <a:rPr lang="en-GB" sz="2000" b="1" dirty="0"/>
              <a:t>Step 2: 72-Hour Reinsurance Event Window</a:t>
            </a:r>
          </a:p>
          <a:p>
            <a:pPr lvl="0"/>
            <a:r>
              <a:rPr lang="en-GB" sz="2000" dirty="0"/>
              <a:t>Formula: </a:t>
            </a:r>
            <a:r>
              <a:rPr lang="en-GB" sz="2000" b="1" dirty="0"/>
              <a:t>Event Window = (24 Hours Before Peak) to (48 Hours After Peak) = 72 Hours Total</a:t>
            </a:r>
            <a:br>
              <a:rPr lang="en-GB" sz="2000" dirty="0"/>
            </a:br>
            <a:endParaRPr lang="en-GB" sz="1200" dirty="0"/>
          </a:p>
          <a:p>
            <a:r>
              <a:rPr lang="en-GB" sz="2000" b="1" dirty="0"/>
              <a:t>Step 3: Kerry Emanuel Power Dissipation Index (PDI)</a:t>
            </a:r>
          </a:p>
          <a:p>
            <a:pPr lvl="0"/>
            <a:r>
              <a:rPr lang="en-GB" sz="2000" dirty="0"/>
              <a:t>Formula: </a:t>
            </a:r>
            <a:r>
              <a:rPr lang="en-GB" sz="2000" b="1" dirty="0"/>
              <a:t>Excess Wind Speed = Maximum of (0, Wind Speed - Threshold)</a:t>
            </a:r>
            <a:br>
              <a:rPr lang="en-GB" sz="2000" b="1" dirty="0"/>
            </a:br>
            <a:r>
              <a:rPr lang="en-GB" sz="2000" b="1" dirty="0"/>
              <a:t>PDI = Sum of (Excess Wind Speed)³ ÷ 1,000</a:t>
            </a:r>
          </a:p>
          <a:p>
            <a:pPr lvl="0"/>
            <a:r>
              <a:rPr lang="en-GB" sz="2000" i="1" dirty="0"/>
              <a:t>Explanation</a:t>
            </a:r>
            <a:r>
              <a:rPr lang="en-GB" sz="2000" dirty="0"/>
              <a:t>: Wind damage does not increase in a straight line it cubes. For example, a 120 km/h wind causes roughly 8 times more destruction than a 60 km/h wind. Cubing the excess wind speed reflects real physical destruction to roofs and crops.</a:t>
            </a:r>
            <a:br>
              <a:rPr lang="en-GB" sz="2000" dirty="0"/>
            </a:br>
            <a:endParaRPr lang="en-GB" sz="1200" dirty="0"/>
          </a:p>
          <a:p>
            <a:r>
              <a:rPr lang="en-GB" sz="2000" b="1" dirty="0"/>
              <a:t>Step 4: Dual-Sector Payout Triggers</a:t>
            </a:r>
          </a:p>
          <a:p>
            <a:pPr lvl="0"/>
            <a:r>
              <a:rPr lang="en-GB" sz="2000" dirty="0"/>
              <a:t>Agriculture (Crop Lodging Trigger): </a:t>
            </a:r>
            <a:r>
              <a:rPr lang="en-GB" sz="2000" b="1" dirty="0"/>
              <a:t>Payout = YES, if Wind Speed &gt;= 63 km/h AND Date is between Planting and Harvest</a:t>
            </a:r>
            <a:br>
              <a:rPr lang="en-GB" sz="2000" dirty="0"/>
            </a:br>
            <a:r>
              <a:rPr lang="en-GB" sz="2000" dirty="0"/>
              <a:t>Commercial Property &amp; Ports (Structural Damage Trigger):</a:t>
            </a:r>
            <a:br>
              <a:rPr lang="en-GB" sz="2000" dirty="0"/>
            </a:br>
            <a:r>
              <a:rPr lang="en-GB" sz="2000" b="1" dirty="0"/>
              <a:t>Payout = YES, if Wind Speed &gt;= 119 km/h (Category 1 Hurricane Force)</a:t>
            </a:r>
            <a:endParaRPr lang="en-GB" sz="2000" dirty="0"/>
          </a:p>
        </p:txBody>
      </p:sp>
      <p:sp>
        <p:nvSpPr>
          <p:cNvPr id="12" name="TextBox 11">
            <a:extLst>
              <a:ext uri="{FF2B5EF4-FFF2-40B4-BE49-F238E27FC236}">
                <a16:creationId xmlns:a16="http://schemas.microsoft.com/office/drawing/2014/main" id="{37B6B5FA-6170-D7AD-DA64-9054421E35D5}"/>
              </a:ext>
            </a:extLst>
          </p:cNvPr>
          <p:cNvSpPr txBox="1"/>
          <p:nvPr/>
        </p:nvSpPr>
        <p:spPr>
          <a:xfrm>
            <a:off x="113277" y="91298"/>
            <a:ext cx="11907696" cy="523220"/>
          </a:xfrm>
          <a:prstGeom prst="rect">
            <a:avLst/>
          </a:prstGeom>
          <a:noFill/>
        </p:spPr>
        <p:txBody>
          <a:bodyPr wrap="square">
            <a:spAutoFit/>
          </a:bodyPr>
          <a:lstStyle/>
          <a:p>
            <a:r>
              <a:rPr lang="en-GB" sz="2800" b="1" dirty="0">
                <a:latin typeface="Avenir Next LT Pro" panose="020B0504020202020204" pitchFamily="34" charset="0"/>
              </a:rPr>
              <a:t>Mathematical Formulations:</a:t>
            </a:r>
            <a:endParaRPr lang="en-GB" sz="2800" dirty="0">
              <a:latin typeface="Avenir Next LT Pro" panose="020B0504020202020204" pitchFamily="34" charset="0"/>
            </a:endParaRPr>
          </a:p>
        </p:txBody>
      </p:sp>
    </p:spTree>
    <p:extLst>
      <p:ext uri="{BB962C8B-B14F-4D97-AF65-F5344CB8AC3E}">
        <p14:creationId xmlns:p14="http://schemas.microsoft.com/office/powerpoint/2010/main" val="1177597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02145-8F66-5883-4B46-34BDBDBC23D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42B03A-1EF9-DE28-2D82-015C1F1269B3}"/>
              </a:ext>
            </a:extLst>
          </p:cNvPr>
          <p:cNvSpPr>
            <a:spLocks noGrp="1"/>
          </p:cNvSpPr>
          <p:nvPr>
            <p:ph type="sldNum" sz="quarter" idx="11"/>
          </p:nvPr>
        </p:nvSpPr>
        <p:spPr/>
        <p:txBody>
          <a:bodyPr/>
          <a:lstStyle/>
          <a:p>
            <a:fld id="{2870BB4D-683F-4BE4-9264-B05BE7781C96}" type="slidenum">
              <a:rPr lang="en-GB" smtClean="0"/>
              <a:pPr/>
              <a:t>9</a:t>
            </a:fld>
            <a:endParaRPr lang="en-GB"/>
          </a:p>
        </p:txBody>
      </p:sp>
      <p:sp>
        <p:nvSpPr>
          <p:cNvPr id="4" name="Footer Placeholder 3">
            <a:extLst>
              <a:ext uri="{FF2B5EF4-FFF2-40B4-BE49-F238E27FC236}">
                <a16:creationId xmlns:a16="http://schemas.microsoft.com/office/drawing/2014/main" id="{39A4D715-263D-B3ED-EE31-735D4C11E441}"/>
              </a:ext>
            </a:extLst>
          </p:cNvPr>
          <p:cNvSpPr>
            <a:spLocks noGrp="1"/>
          </p:cNvSpPr>
          <p:nvPr>
            <p:ph type="ftr" sz="quarter" idx="12"/>
          </p:nvPr>
        </p:nvSpPr>
        <p:spPr/>
        <p:txBody>
          <a:bodyPr/>
          <a:lstStyle/>
          <a:p>
            <a:r>
              <a:rPr lang="en-GB"/>
              <a:t>Private &amp; Confidential</a:t>
            </a:r>
            <a:endParaRPr lang="en-GB" dirty="0"/>
          </a:p>
        </p:txBody>
      </p:sp>
      <p:sp>
        <p:nvSpPr>
          <p:cNvPr id="6" name="Title 4">
            <a:extLst>
              <a:ext uri="{FF2B5EF4-FFF2-40B4-BE49-F238E27FC236}">
                <a16:creationId xmlns:a16="http://schemas.microsoft.com/office/drawing/2014/main" id="{8C855EC3-1C53-77B3-7925-96C62115C893}"/>
              </a:ext>
            </a:extLst>
          </p:cNvPr>
          <p:cNvSpPr>
            <a:spLocks noGrp="1"/>
          </p:cNvSpPr>
          <p:nvPr>
            <p:ph type="title"/>
          </p:nvPr>
        </p:nvSpPr>
        <p:spPr>
          <a:xfrm>
            <a:off x="181063" y="249391"/>
            <a:ext cx="10099297" cy="714342"/>
          </a:xfrm>
        </p:spPr>
        <p:txBody>
          <a:bodyPr>
            <a:noAutofit/>
          </a:bodyPr>
          <a:lstStyle/>
          <a:p>
            <a:r>
              <a:rPr lang="de-DE" b="1" dirty="0">
                <a:latin typeface="Avenir Next LT Pro" panose="020B0504020202020204" pitchFamily="34" charset="0"/>
                <a:ea typeface="Cambria Math" panose="02040503050406030204" pitchFamily="18" charset="0"/>
              </a:rPr>
              <a:t>Saffir-Simpson Wind Scale </a:t>
            </a:r>
            <a:endParaRPr lang="en-US" b="1" dirty="0">
              <a:latin typeface="Avenir Next LT Pro" panose="020B0504020202020204" pitchFamily="34" charset="0"/>
              <a:ea typeface="Cambria Math" panose="02040503050406030204" pitchFamily="18" charset="0"/>
            </a:endParaRPr>
          </a:p>
        </p:txBody>
      </p:sp>
      <p:graphicFrame>
        <p:nvGraphicFramePr>
          <p:cNvPr id="5" name="Table 4">
            <a:extLst>
              <a:ext uri="{FF2B5EF4-FFF2-40B4-BE49-F238E27FC236}">
                <a16:creationId xmlns:a16="http://schemas.microsoft.com/office/drawing/2014/main" id="{48153EFD-B416-303D-E966-018E8B2E1111}"/>
              </a:ext>
            </a:extLst>
          </p:cNvPr>
          <p:cNvGraphicFramePr>
            <a:graphicFrameLocks noGrp="1"/>
          </p:cNvGraphicFramePr>
          <p:nvPr>
            <p:extLst>
              <p:ext uri="{D42A27DB-BD31-4B8C-83A1-F6EECF244321}">
                <p14:modId xmlns:p14="http://schemas.microsoft.com/office/powerpoint/2010/main" val="534303991"/>
              </p:ext>
            </p:extLst>
          </p:nvPr>
        </p:nvGraphicFramePr>
        <p:xfrm>
          <a:off x="370097" y="1437659"/>
          <a:ext cx="10997820" cy="3982682"/>
        </p:xfrm>
        <a:graphic>
          <a:graphicData uri="http://schemas.openxmlformats.org/drawingml/2006/table">
            <a:tbl>
              <a:tblPr>
                <a:solidFill>
                  <a:srgbClr val="F2F2F2">
                    <a:alpha val="45098"/>
                  </a:srgbClr>
                </a:solidFill>
                <a:tableStyleId>{5C22544A-7EE6-4342-B048-85BDC9FD1C3A}</a:tableStyleId>
              </a:tblPr>
              <a:tblGrid>
                <a:gridCol w="997562">
                  <a:extLst>
                    <a:ext uri="{9D8B030D-6E8A-4147-A177-3AD203B41FA5}">
                      <a16:colId xmlns:a16="http://schemas.microsoft.com/office/drawing/2014/main" val="2189788399"/>
                    </a:ext>
                  </a:extLst>
                </a:gridCol>
                <a:gridCol w="2656123">
                  <a:extLst>
                    <a:ext uri="{9D8B030D-6E8A-4147-A177-3AD203B41FA5}">
                      <a16:colId xmlns:a16="http://schemas.microsoft.com/office/drawing/2014/main" val="4054262107"/>
                    </a:ext>
                  </a:extLst>
                </a:gridCol>
                <a:gridCol w="7344135">
                  <a:extLst>
                    <a:ext uri="{9D8B030D-6E8A-4147-A177-3AD203B41FA5}">
                      <a16:colId xmlns:a16="http://schemas.microsoft.com/office/drawing/2014/main" val="1038807090"/>
                    </a:ext>
                  </a:extLst>
                </a:gridCol>
              </a:tblGrid>
              <a:tr h="224320">
                <a:tc>
                  <a:txBody>
                    <a:bodyPr/>
                    <a:lstStyle/>
                    <a:p>
                      <a:pPr algn="just">
                        <a:buNone/>
                      </a:pPr>
                      <a:r>
                        <a:rPr lang="en-GB" sz="1400" cap="none" spc="0" dirty="0">
                          <a:solidFill>
                            <a:schemeClr val="tx1"/>
                          </a:solidFill>
                          <a:effectLst/>
                          <a:latin typeface="Avenir Next LT Pro" panose="020B0504020202020204" pitchFamily="34" charset="0"/>
                        </a:rPr>
                        <a:t>Category</a:t>
                      </a:r>
                      <a:endParaRPr lang="en-GB" sz="1400" b="1"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Sustained Winds</a:t>
                      </a:r>
                      <a:endParaRPr lang="en-GB" sz="1400" b="1"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F2F2F2">
                        <a:alpha val="45098"/>
                      </a:srgbClr>
                    </a:solidFill>
                  </a:tcPr>
                </a:tc>
                <a:tc>
                  <a:txBody>
                    <a:bodyPr/>
                    <a:lstStyle/>
                    <a:p>
                      <a:pPr algn="just">
                        <a:buNone/>
                      </a:pPr>
                      <a:r>
                        <a:rPr lang="en-GB" sz="1400" cap="none" spc="0" dirty="0">
                          <a:solidFill>
                            <a:schemeClr val="tx1"/>
                          </a:solidFill>
                          <a:effectLst/>
                          <a:latin typeface="Avenir Next LT Pro" panose="020B0504020202020204" pitchFamily="34" charset="0"/>
                        </a:rPr>
                        <a:t>Types of Damage Due to Hurricane Winds</a:t>
                      </a:r>
                      <a:endParaRPr lang="en-GB" sz="1400" b="1"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F2F2F2">
                        <a:alpha val="45098"/>
                      </a:srgbClr>
                    </a:solidFill>
                  </a:tcPr>
                </a:tc>
                <a:extLst>
                  <a:ext uri="{0D108BD9-81ED-4DB2-BD59-A6C34878D82A}">
                    <a16:rowId xmlns:a16="http://schemas.microsoft.com/office/drawing/2014/main" val="169553905"/>
                  </a:ext>
                </a:extLst>
              </a:tr>
              <a:tr h="680720">
                <a:tc>
                  <a:txBody>
                    <a:bodyPr/>
                    <a:lstStyle/>
                    <a:p>
                      <a:pPr algn="ctr">
                        <a:buNone/>
                      </a:pPr>
                      <a:r>
                        <a:rPr lang="en-GB" sz="1400" cap="none" spc="0" dirty="0">
                          <a:solidFill>
                            <a:schemeClr val="tx1"/>
                          </a:solidFill>
                          <a:effectLst/>
                          <a:latin typeface="Avenir Next LT Pro" panose="020B0504020202020204" pitchFamily="34" charset="0"/>
                        </a:rPr>
                        <a:t>1</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74-95 mph</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64-82 kt</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119-153 km/h</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lgn="just"/>
                      <a:r>
                        <a:rPr lang="en-GB" sz="1400" b="0" i="0" kern="1200" dirty="0">
                          <a:solidFill>
                            <a:schemeClr val="dk1"/>
                          </a:solidFill>
                          <a:effectLst/>
                          <a:latin typeface="Avenir Next LT Pro" panose="020B0504020202020204" pitchFamily="34" charset="0"/>
                          <a:ea typeface="+mn-ea"/>
                          <a:cs typeface="+mn-cs"/>
                        </a:rPr>
                        <a:t>Minimal. Minor damage to roofs, shingles, and siding.</a:t>
                      </a:r>
                    </a:p>
                    <a:p>
                      <a:pPr lvl="0" algn="just"/>
                      <a:r>
                        <a:rPr lang="en-GB" sz="1400" b="0" i="0" kern="1200" dirty="0">
                          <a:solidFill>
                            <a:schemeClr val="dk1"/>
                          </a:solidFill>
                          <a:effectLst/>
                          <a:latin typeface="Avenir Next LT Pro" panose="020B0504020202020204" pitchFamily="34" charset="0"/>
                          <a:ea typeface="+mn-ea"/>
                          <a:cs typeface="+mn-cs"/>
                        </a:rPr>
                        <a:t>Large tree branches snap; shallow trees topple. Power outages last several days.</a:t>
                      </a: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2861480593"/>
                  </a:ext>
                </a:extLst>
              </a:tr>
              <a:tr h="680720">
                <a:tc>
                  <a:txBody>
                    <a:bodyPr/>
                    <a:lstStyle/>
                    <a:p>
                      <a:pPr algn="ctr">
                        <a:buNone/>
                      </a:pPr>
                      <a:r>
                        <a:rPr lang="en-GB" sz="1400" cap="none" spc="0" dirty="0">
                          <a:solidFill>
                            <a:schemeClr val="tx1"/>
                          </a:solidFill>
                          <a:effectLst/>
                          <a:latin typeface="Avenir Next LT Pro" panose="020B0504020202020204" pitchFamily="34" charset="0"/>
                        </a:rPr>
                        <a:t>2</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96-110 mph</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83-95 kt</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154-177 km/h</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just">
                        <a:buNone/>
                      </a:pPr>
                      <a:r>
                        <a:rPr lang="en-GB" sz="1400" b="0" i="0" kern="1200" dirty="0">
                          <a:solidFill>
                            <a:schemeClr val="dk1"/>
                          </a:solidFill>
                          <a:effectLst/>
                          <a:latin typeface="Avenir Next LT Pro" panose="020B0504020202020204" pitchFamily="34" charset="0"/>
                          <a:ea typeface="+mn-ea"/>
                          <a:cs typeface="+mn-cs"/>
                        </a:rPr>
                        <a:t>Moderate. Major roof and siding damage to frame homes.</a:t>
                      </a:r>
                    </a:p>
                    <a:p>
                      <a:pPr algn="just">
                        <a:buNone/>
                      </a:pPr>
                      <a:r>
                        <a:rPr lang="en-GB" sz="1400" b="0" i="0" kern="1200" dirty="0">
                          <a:solidFill>
                            <a:schemeClr val="dk1"/>
                          </a:solidFill>
                          <a:effectLst/>
                          <a:latin typeface="Avenir Next LT Pro" panose="020B0504020202020204" pitchFamily="34" charset="0"/>
                          <a:ea typeface="+mn-ea"/>
                          <a:cs typeface="+mn-cs"/>
                        </a:rPr>
                        <a:t>Many trees snapped or uprooted, blocking roads. Near-total power loss for several weeks.</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3270811000"/>
                  </a:ext>
                </a:extLst>
              </a:tr>
              <a:tr h="680720">
                <a:tc>
                  <a:txBody>
                    <a:bodyPr/>
                    <a:lstStyle/>
                    <a:p>
                      <a:pPr algn="ctr">
                        <a:buNone/>
                      </a:pPr>
                      <a:r>
                        <a:rPr lang="en-GB" sz="1400" cap="none" spc="0" dirty="0">
                          <a:solidFill>
                            <a:schemeClr val="tx1"/>
                          </a:solidFill>
                          <a:effectLst/>
                          <a:latin typeface="Avenir Next LT Pro" panose="020B0504020202020204" pitchFamily="34" charset="0"/>
                        </a:rPr>
                        <a:t>3</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(major)</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111-129 mph</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96-112 kt</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178-208 km/h</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just">
                        <a:buNone/>
                      </a:pPr>
                      <a:r>
                        <a:rPr lang="en-GB" sz="1400" b="0" i="0" kern="1200" dirty="0">
                          <a:solidFill>
                            <a:schemeClr val="dk1"/>
                          </a:solidFill>
                          <a:effectLst/>
                          <a:latin typeface="Avenir Next LT Pro" panose="020B0504020202020204" pitchFamily="34" charset="0"/>
                          <a:ea typeface="+mn-ea"/>
                          <a:cs typeface="+mn-cs"/>
                        </a:rPr>
                        <a:t>Extensive. Major damage to roof decking and building gables.</a:t>
                      </a:r>
                    </a:p>
                    <a:p>
                      <a:pPr algn="just">
                        <a:buNone/>
                      </a:pPr>
                      <a:r>
                        <a:rPr lang="en-GB" sz="1400" b="0" i="0" kern="1200" dirty="0">
                          <a:solidFill>
                            <a:schemeClr val="dk1"/>
                          </a:solidFill>
                          <a:effectLst/>
                          <a:latin typeface="Avenir Next LT Pro" panose="020B0504020202020204" pitchFamily="34" charset="0"/>
                          <a:ea typeface="+mn-ea"/>
                          <a:cs typeface="+mn-cs"/>
                        </a:rPr>
                        <a:t>Numerous trees uprooted. Electricity and water are often unavailable for several weeks.</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203061470"/>
                  </a:ext>
                </a:extLst>
              </a:tr>
              <a:tr h="680720">
                <a:tc>
                  <a:txBody>
                    <a:bodyPr/>
                    <a:lstStyle/>
                    <a:p>
                      <a:pPr algn="ctr">
                        <a:buNone/>
                      </a:pPr>
                      <a:r>
                        <a:rPr lang="en-GB" sz="1400" cap="none" spc="0" dirty="0">
                          <a:solidFill>
                            <a:schemeClr val="tx1"/>
                          </a:solidFill>
                          <a:effectLst/>
                          <a:latin typeface="Avenir Next LT Pro" panose="020B0504020202020204" pitchFamily="34" charset="0"/>
                        </a:rPr>
                        <a:t>4</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(major)</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130-156 mph</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113-136 kt</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209-251 km/h</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just">
                        <a:buNone/>
                      </a:pPr>
                      <a:r>
                        <a:rPr lang="en-GB" sz="1400" b="0" i="0" kern="1200" dirty="0">
                          <a:solidFill>
                            <a:schemeClr val="dk1"/>
                          </a:solidFill>
                          <a:effectLst/>
                          <a:latin typeface="Avenir Next LT Pro" panose="020B0504020202020204" pitchFamily="34" charset="0"/>
                          <a:ea typeface="+mn-ea"/>
                          <a:cs typeface="+mn-cs"/>
                        </a:rPr>
                        <a:t>Extreme. Severe damage to roof structures and loss of exterior walls.</a:t>
                      </a:r>
                    </a:p>
                    <a:p>
                      <a:pPr algn="just">
                        <a:buNone/>
                      </a:pPr>
                      <a:r>
                        <a:rPr lang="en-GB" sz="1400" b="0" i="0" kern="1200" dirty="0">
                          <a:solidFill>
                            <a:schemeClr val="dk1"/>
                          </a:solidFill>
                          <a:effectLst/>
                          <a:latin typeface="Avenir Next LT Pro" panose="020B0504020202020204" pitchFamily="34" charset="0"/>
                          <a:ea typeface="+mn-ea"/>
                          <a:cs typeface="+mn-cs"/>
                        </a:rPr>
                        <a:t>Most trees and power poles downed, isolating residential areas. Most of the area becomes uninhabitable for months.</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2190082715"/>
                  </a:ext>
                </a:extLst>
              </a:tr>
              <a:tr h="891367">
                <a:tc>
                  <a:txBody>
                    <a:bodyPr/>
                    <a:lstStyle/>
                    <a:p>
                      <a:pPr algn="ctr">
                        <a:buNone/>
                      </a:pPr>
                      <a:r>
                        <a:rPr lang="en-GB" sz="1400" cap="none" spc="0" dirty="0">
                          <a:solidFill>
                            <a:schemeClr val="tx1"/>
                          </a:solidFill>
                          <a:effectLst/>
                          <a:latin typeface="Avenir Next LT Pro" panose="020B0504020202020204" pitchFamily="34" charset="0"/>
                        </a:rPr>
                        <a:t>5</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(major)</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ctr">
                        <a:buNone/>
                      </a:pPr>
                      <a:r>
                        <a:rPr lang="en-GB" sz="1400" cap="none" spc="0" dirty="0">
                          <a:solidFill>
                            <a:schemeClr val="tx1"/>
                          </a:solidFill>
                          <a:effectLst/>
                          <a:latin typeface="Avenir Next LT Pro" panose="020B0504020202020204" pitchFamily="34" charset="0"/>
                        </a:rPr>
                        <a:t>157 mph or higher</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137 kt or higher</a:t>
                      </a:r>
                      <a:br>
                        <a:rPr lang="en-GB" sz="1400" cap="none" spc="0" dirty="0">
                          <a:solidFill>
                            <a:schemeClr val="tx1"/>
                          </a:solidFill>
                          <a:effectLst/>
                          <a:latin typeface="Avenir Next LT Pro" panose="020B0504020202020204" pitchFamily="34" charset="0"/>
                        </a:rPr>
                      </a:br>
                      <a:r>
                        <a:rPr lang="en-GB" sz="1400" cap="none" spc="0" dirty="0">
                          <a:solidFill>
                            <a:schemeClr val="tx1"/>
                          </a:solidFill>
                          <a:effectLst/>
                          <a:latin typeface="Avenir Next LT Pro" panose="020B0504020202020204" pitchFamily="34" charset="0"/>
                        </a:rPr>
                        <a:t>252 km/h or higher</a:t>
                      </a:r>
                      <a:endParaRPr lang="en-GB" sz="1400" b="0" i="0" cap="none" spc="0" dirty="0">
                        <a:solidFill>
                          <a:schemeClr val="tx1"/>
                        </a:solidFill>
                        <a:effectLst/>
                        <a:latin typeface="Avenir Next LT Pro" panose="020B0504020202020204" pitchFamily="34" charset="0"/>
                      </a:endParaRP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lgn="just"/>
                      <a:r>
                        <a:rPr lang="en-GB" sz="1400" b="0" i="0" kern="1200" dirty="0">
                          <a:solidFill>
                            <a:schemeClr val="dk1"/>
                          </a:solidFill>
                          <a:effectLst/>
                          <a:latin typeface="Avenir Next LT Pro" panose="020B0504020202020204" pitchFamily="34" charset="0"/>
                          <a:ea typeface="+mn-ea"/>
                          <a:cs typeface="+mn-cs"/>
                        </a:rPr>
                        <a:t>Catastrophic. Total roof failure and complete wall collapses; most homes destroyed.</a:t>
                      </a:r>
                      <a:endParaRPr lang="en-GB" sz="1400" b="0" i="0" kern="1200" cap="none" spc="0" dirty="0">
                        <a:solidFill>
                          <a:schemeClr val="tx1"/>
                        </a:solidFill>
                        <a:effectLst/>
                        <a:latin typeface="Avenir Next LT Pro" panose="020B0504020202020204" pitchFamily="34" charset="0"/>
                        <a:ea typeface="+mn-ea"/>
                        <a:cs typeface="+mn-cs"/>
                      </a:endParaRPr>
                    </a:p>
                    <a:p>
                      <a:pPr lvl="0" algn="just"/>
                      <a:r>
                        <a:rPr lang="en-GB" sz="1400" b="0" i="0" kern="1200" dirty="0">
                          <a:solidFill>
                            <a:schemeClr val="dk1"/>
                          </a:solidFill>
                          <a:effectLst/>
                          <a:latin typeface="Avenir Next LT Pro" panose="020B0504020202020204" pitchFamily="34" charset="0"/>
                          <a:ea typeface="+mn-ea"/>
                          <a:cs typeface="+mn-cs"/>
                        </a:rPr>
                        <a:t>Widespread vegetation and utility destruction. Long-term displacement and uninhabitable conditions for many months.</a:t>
                      </a:r>
                    </a:p>
                  </a:txBody>
                  <a:tcPr marL="11089" marR="11089" marT="52438" marB="11089"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693285830"/>
                  </a:ext>
                </a:extLst>
              </a:tr>
            </a:tbl>
          </a:graphicData>
        </a:graphic>
      </p:graphicFrame>
    </p:spTree>
    <p:extLst>
      <p:ext uri="{BB962C8B-B14F-4D97-AF65-F5344CB8AC3E}">
        <p14:creationId xmlns:p14="http://schemas.microsoft.com/office/powerpoint/2010/main" val="2565026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E51D24-E20C-C3B7-E5F8-8D84D7511441}"/>
              </a:ext>
            </a:extLst>
          </p:cNvPr>
          <p:cNvSpPr>
            <a:spLocks noGrp="1"/>
          </p:cNvSpPr>
          <p:nvPr>
            <p:ph idx="1"/>
          </p:nvPr>
        </p:nvSpPr>
        <p:spPr>
          <a:xfrm>
            <a:off x="307033" y="1364632"/>
            <a:ext cx="11561117" cy="4128736"/>
          </a:xfrm>
        </p:spPr>
        <p:txBody>
          <a:bodyPr/>
          <a:lstStyle/>
          <a:p>
            <a:pPr lvl="0" algn="just"/>
            <a:r>
              <a:rPr lang="en-GB" sz="1800" i="1" dirty="0"/>
              <a:t>WMO (2022) TCP-12 Operational Plan.</a:t>
            </a:r>
            <a:r>
              <a:rPr lang="en-GB" sz="1800" dirty="0"/>
              <a:t> Defines the legal October–May Tropical Season.</a:t>
            </a:r>
          </a:p>
          <a:p>
            <a:pPr lvl="0" algn="just"/>
            <a:r>
              <a:rPr lang="en-GB" sz="1800" i="1" dirty="0" err="1"/>
              <a:t>Munnick</a:t>
            </a:r>
            <a:r>
              <a:rPr lang="en-GB" sz="1800" i="1" dirty="0"/>
              <a:t>, R., et al. (2020).</a:t>
            </a:r>
            <a:r>
              <a:rPr lang="en-GB" sz="1800" dirty="0"/>
              <a:t> Established the seasonality of Temperate systems and the "Winter Rainfall Zone."</a:t>
            </a:r>
          </a:p>
          <a:p>
            <a:pPr lvl="0" algn="just"/>
            <a:r>
              <a:rPr lang="en-GB" sz="1800" i="1" dirty="0"/>
              <a:t>Fitchett &amp; Grab (2014).</a:t>
            </a:r>
            <a:r>
              <a:rPr lang="en-GB" sz="1800" dirty="0"/>
              <a:t> Provided the 66-year baseline for South-East African track analysis.</a:t>
            </a:r>
          </a:p>
          <a:p>
            <a:pPr lvl="0" algn="just"/>
            <a:r>
              <a:rPr lang="en-GB" sz="1800" dirty="0"/>
              <a:t>Holland, G. J. (1980). </a:t>
            </a:r>
            <a:r>
              <a:rPr lang="en-GB" sz="1800" i="1" dirty="0"/>
              <a:t>An Analytic Model of the Wind and Pressure Profiles in Hurricanes</a:t>
            </a:r>
            <a:r>
              <a:rPr lang="en-GB" sz="1800" dirty="0"/>
              <a:t>. Monthly Weather Review, 108(8), 1212–1223. [DOI: 10.1175/1520-0493(1980)108&lt;1212:AAMOTW&gt;2.0.CO;2]</a:t>
            </a:r>
          </a:p>
          <a:p>
            <a:pPr algn="just"/>
            <a:r>
              <a:rPr lang="en-GB" sz="1800" dirty="0"/>
              <a:t>CCRIF SPC. (2019). </a:t>
            </a:r>
            <a:r>
              <a:rPr lang="en-GB" sz="1800" i="1" dirty="0"/>
              <a:t>SPHERA: A System for Probabilistic Hazard Evaluation and Risk Assessment — Tropical Cyclone Hazard Model Technical Manual</a:t>
            </a:r>
            <a:r>
              <a:rPr lang="en-GB" sz="1800" dirty="0"/>
              <a:t>. Caribbean Catastrophe Risk Insurance Facility.</a:t>
            </a:r>
          </a:p>
          <a:p>
            <a:pPr algn="just"/>
            <a:r>
              <a:rPr lang="en-GB" sz="1800" dirty="0"/>
              <a:t>World Bank &amp; GFDRR. (2020). </a:t>
            </a:r>
            <a:r>
              <a:rPr lang="en-GB" sz="1800" i="1" dirty="0"/>
              <a:t>Methodology for Parametric Risk </a:t>
            </a:r>
            <a:r>
              <a:rPr lang="en-GB" sz="1800" i="1" dirty="0" err="1"/>
              <a:t>Modeling</a:t>
            </a:r>
            <a:r>
              <a:rPr lang="en-GB" sz="1800" i="1" dirty="0"/>
              <a:t> of Tropical Cyclones in Developing Nations</a:t>
            </a:r>
            <a:r>
              <a:rPr lang="en-GB" sz="1800" dirty="0"/>
              <a:t>. Disaster Risk Financing and Insurance Program (DRFIP), Washington, D.C.</a:t>
            </a:r>
          </a:p>
          <a:p>
            <a:pPr lvl="0" algn="just"/>
            <a:r>
              <a:rPr lang="en-GB" sz="1800" dirty="0"/>
              <a:t>Emerton, R., et al. (2020). </a:t>
            </a:r>
            <a:r>
              <a:rPr lang="en-GB" sz="1800" i="1" dirty="0"/>
              <a:t>Emergency capacity building for tropical cyclones using satellite track data and parametric wind models in Mozambique</a:t>
            </a:r>
            <a:r>
              <a:rPr lang="en-GB" sz="1800" dirty="0"/>
              <a:t>. Geophysical Research Letters, 47(14), e2020GL088289.</a:t>
            </a:r>
          </a:p>
          <a:p>
            <a:pPr algn="just"/>
            <a:r>
              <a:rPr lang="en-GB" sz="1800" dirty="0"/>
              <a:t>Knapp, K. R., et al. (2010). </a:t>
            </a:r>
            <a:r>
              <a:rPr lang="en-GB" sz="1800" i="1" dirty="0"/>
              <a:t>The International Best Track Archive for Climate Stewardship (IBTrACS): Unifying tropical cyclone data</a:t>
            </a:r>
            <a:r>
              <a:rPr lang="en-GB" sz="1800" dirty="0"/>
              <a:t>. Bulletin of the American Meteorological Society, 91(3), 363–378.</a:t>
            </a:r>
          </a:p>
        </p:txBody>
      </p:sp>
      <p:sp>
        <p:nvSpPr>
          <p:cNvPr id="3" name="Slide Number Placeholder 2">
            <a:extLst>
              <a:ext uri="{FF2B5EF4-FFF2-40B4-BE49-F238E27FC236}">
                <a16:creationId xmlns:a16="http://schemas.microsoft.com/office/drawing/2014/main" id="{B39B0E71-4627-3E71-7027-D77FC31E8460}"/>
              </a:ext>
            </a:extLst>
          </p:cNvPr>
          <p:cNvSpPr>
            <a:spLocks noGrp="1"/>
          </p:cNvSpPr>
          <p:nvPr>
            <p:ph type="sldNum" sz="quarter" idx="11"/>
          </p:nvPr>
        </p:nvSpPr>
        <p:spPr/>
        <p:txBody>
          <a:bodyPr/>
          <a:lstStyle/>
          <a:p>
            <a:fld id="{2870BB4D-683F-4BE4-9264-B05BE7781C96}" type="slidenum">
              <a:rPr lang="en-GB" smtClean="0"/>
              <a:pPr/>
              <a:t>10</a:t>
            </a:fld>
            <a:endParaRPr lang="en-GB"/>
          </a:p>
        </p:txBody>
      </p:sp>
      <p:sp>
        <p:nvSpPr>
          <p:cNvPr id="4" name="Footer Placeholder 3">
            <a:extLst>
              <a:ext uri="{FF2B5EF4-FFF2-40B4-BE49-F238E27FC236}">
                <a16:creationId xmlns:a16="http://schemas.microsoft.com/office/drawing/2014/main" id="{CA367B01-C529-97FC-E9F8-046E6FAA3B4B}"/>
              </a:ext>
            </a:extLst>
          </p:cNvPr>
          <p:cNvSpPr>
            <a:spLocks noGrp="1"/>
          </p:cNvSpPr>
          <p:nvPr>
            <p:ph type="ftr" sz="quarter" idx="12"/>
          </p:nvPr>
        </p:nvSpPr>
        <p:spPr/>
        <p:txBody>
          <a:bodyPr/>
          <a:lstStyle/>
          <a:p>
            <a:r>
              <a:rPr lang="en-GB"/>
              <a:t>Private &amp; Confidential</a:t>
            </a:r>
            <a:endParaRPr lang="en-GB" dirty="0"/>
          </a:p>
        </p:txBody>
      </p:sp>
      <p:sp>
        <p:nvSpPr>
          <p:cNvPr id="5" name="Title 4">
            <a:extLst>
              <a:ext uri="{FF2B5EF4-FFF2-40B4-BE49-F238E27FC236}">
                <a16:creationId xmlns:a16="http://schemas.microsoft.com/office/drawing/2014/main" id="{2A2D7C7B-A1EC-E878-AC22-99D1705E63EB}"/>
              </a:ext>
            </a:extLst>
          </p:cNvPr>
          <p:cNvSpPr>
            <a:spLocks noGrp="1"/>
          </p:cNvSpPr>
          <p:nvPr>
            <p:ph type="title"/>
          </p:nvPr>
        </p:nvSpPr>
        <p:spPr>
          <a:xfrm>
            <a:off x="307033" y="381180"/>
            <a:ext cx="3582430" cy="614326"/>
          </a:xfrm>
        </p:spPr>
        <p:txBody>
          <a:bodyPr>
            <a:noAutofit/>
          </a:bodyPr>
          <a:lstStyle/>
          <a:p>
            <a:r>
              <a:rPr lang="en-GB" sz="4800" b="1" dirty="0"/>
              <a:t>References:</a:t>
            </a:r>
            <a:endParaRPr lang="en-GB" sz="4800" dirty="0"/>
          </a:p>
        </p:txBody>
      </p:sp>
    </p:spTree>
    <p:extLst>
      <p:ext uri="{BB962C8B-B14F-4D97-AF65-F5344CB8AC3E}">
        <p14:creationId xmlns:p14="http://schemas.microsoft.com/office/powerpoint/2010/main" val="20109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9F7DB8C-3743-801B-7F8C-651DC46D5F6D}"/>
              </a:ext>
            </a:extLst>
          </p:cNvPr>
          <p:cNvSpPr>
            <a:spLocks noGrp="1"/>
          </p:cNvSpPr>
          <p:nvPr>
            <p:ph type="ftr" sz="quarter" idx="10"/>
          </p:nvPr>
        </p:nvSpPr>
        <p:spPr/>
        <p:txBody>
          <a:bodyPr/>
          <a:lstStyle/>
          <a:p>
            <a:r>
              <a:rPr lang="en-GB" sz="1600">
                <a:latin typeface="Cairo" pitchFamily="2" charset="-78"/>
                <a:cs typeface="Cairo" pitchFamily="2" charset="-78"/>
              </a:rPr>
              <a:t>Private &amp; Confidential</a:t>
            </a:r>
            <a:endParaRPr lang="en-GB" sz="1600" dirty="0">
              <a:latin typeface="Cairo" pitchFamily="2" charset="-78"/>
              <a:cs typeface="Cairo" pitchFamily="2" charset="-78"/>
            </a:endParaRPr>
          </a:p>
        </p:txBody>
      </p:sp>
      <p:sp>
        <p:nvSpPr>
          <p:cNvPr id="4" name="Slide Number Placeholder 3">
            <a:extLst>
              <a:ext uri="{FF2B5EF4-FFF2-40B4-BE49-F238E27FC236}">
                <a16:creationId xmlns:a16="http://schemas.microsoft.com/office/drawing/2014/main" id="{CB5EE7D6-E53E-9F69-2796-DFA604B6271A}"/>
              </a:ext>
            </a:extLst>
          </p:cNvPr>
          <p:cNvSpPr>
            <a:spLocks noGrp="1"/>
          </p:cNvSpPr>
          <p:nvPr>
            <p:ph type="sldNum" sz="quarter" idx="4294967295"/>
          </p:nvPr>
        </p:nvSpPr>
        <p:spPr>
          <a:xfrm>
            <a:off x="0" y="6376988"/>
            <a:ext cx="2743200" cy="365125"/>
          </a:xfrm>
          <a:prstGeom prst="rect">
            <a:avLst/>
          </a:prstGeom>
        </p:spPr>
        <p:txBody>
          <a:bodyPr/>
          <a:lstStyle/>
          <a:p>
            <a:fld id="{2870BB4D-683F-4BE4-9264-B05BE7781C96}" type="slidenum">
              <a:rPr lang="en-GB" smtClean="0"/>
              <a:pPr/>
              <a:t>11</a:t>
            </a:fld>
            <a:endParaRPr lang="en-GB"/>
          </a:p>
        </p:txBody>
      </p:sp>
    </p:spTree>
    <p:extLst>
      <p:ext uri="{BB962C8B-B14F-4D97-AF65-F5344CB8AC3E}">
        <p14:creationId xmlns:p14="http://schemas.microsoft.com/office/powerpoint/2010/main" val="2001622240"/>
      </p:ext>
    </p:extLst>
  </p:cSld>
  <p:clrMapOvr>
    <a:masterClrMapping/>
  </p:clrMapOvr>
</p:sld>
</file>

<file path=ppt/theme/theme1.xml><?xml version="1.0" encoding="utf-8"?>
<a:theme xmlns:a="http://schemas.openxmlformats.org/drawingml/2006/main" name="10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2.xml><?xml version="1.0" encoding="utf-8"?>
<a:theme xmlns:a="http://schemas.openxmlformats.org/drawingml/2006/main" name="13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3.xml><?xml version="1.0" encoding="utf-8"?>
<a:theme xmlns:a="http://schemas.openxmlformats.org/drawingml/2006/main" name="9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4.xml><?xml version="1.0" encoding="utf-8"?>
<a:theme xmlns:a="http://schemas.openxmlformats.org/drawingml/2006/main" name="14_Custom Design">
  <a:themeElements>
    <a:clrScheme name="ASR">
      <a:dk1>
        <a:srgbClr val="240B60"/>
      </a:dk1>
      <a:lt1>
        <a:sysClr val="window" lastClr="FFFFFF"/>
      </a:lt1>
      <a:dk2>
        <a:srgbClr val="44546A"/>
      </a:dk2>
      <a:lt2>
        <a:srgbClr val="E7E6E6"/>
      </a:lt2>
      <a:accent1>
        <a:srgbClr val="240B60"/>
      </a:accent1>
      <a:accent2>
        <a:srgbClr val="8F893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C889FD7B-E332-4B22-AD15-DE5C5D5B8846}"/>
    </a:ext>
  </a:extLst>
</a:theme>
</file>

<file path=ppt/theme/theme5.xml><?xml version="1.0" encoding="utf-8"?>
<a:theme xmlns:a="http://schemas.openxmlformats.org/drawingml/2006/main" name="12_Custom Design">
  <a:themeElements>
    <a:clrScheme name="ASR 1">
      <a:dk1>
        <a:srgbClr val="240B60"/>
      </a:dk1>
      <a:lt1>
        <a:srgbClr val="FFFFFF"/>
      </a:lt1>
      <a:dk2>
        <a:srgbClr val="4A4F8D"/>
      </a:dk2>
      <a:lt2>
        <a:srgbClr val="8B9FB7"/>
      </a:lt2>
      <a:accent1>
        <a:srgbClr val="240B60"/>
      </a:accent1>
      <a:accent2>
        <a:srgbClr val="ABC0CC"/>
      </a:accent2>
      <a:accent3>
        <a:srgbClr val="CDDDE1"/>
      </a:accent3>
      <a:accent4>
        <a:srgbClr val="8F8935"/>
      </a:accent4>
      <a:accent5>
        <a:srgbClr val="BDB54C"/>
      </a:accent5>
      <a:accent6>
        <a:srgbClr val="CDC8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D3BFA0D5-6B97-48B9-8098-E5905484D3C7}" vid="{82E6ABC9-F03F-4061-90BD-CD048933AA3F}"/>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FormName xmlns="89265ff7-2d35-4db8-b915-0105e95ab6bd" xsi:nil="true"/>
    <FormVersion xmlns="89265ff7-2d35-4db8-b915-0105e95ab6bd" xsi:nil="true"/>
    <CustomContentTypeId xmlns="89265ff7-2d35-4db8-b915-0105e95ab6bd" xsi:nil="true"/>
    <ShowInCatalog xmlns="89265ff7-2d35-4db8-b915-0105e95ab6bd">true</ShowInCatalog>
    <FormCategory xmlns="89265ff7-2d35-4db8-b915-0105e95ab6bd" xsi:nil="true"/>
    <FormDescription xmlns="89265ff7-2d35-4db8-b915-0105e95ab6bd" xsi:nil="true"/>
    <FormLocale xmlns="89265ff7-2d35-4db8-b915-0105e95ab6bd" xsi:nil="true"/>
    <FormId xmlns="89265ff7-2d35-4db8-b915-0105e95ab6b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InfoPath Form Template" ma:contentTypeID="0x010100F8EF98760CBA4A94994F13BA881038FA004FDA88259E2DCB40A89F89B9574DB257" ma:contentTypeVersion="0" ma:contentTypeDescription="A Microsoft InfoPath Form Template." ma:contentTypeScope="" ma:versionID="d1f948aa6faf9d67ed6fd5d8a36f071a">
  <xsd:schema xmlns:xsd="http://www.w3.org/2001/XMLSchema" xmlns:xs="http://www.w3.org/2001/XMLSchema" xmlns:p="http://schemas.microsoft.com/office/2006/metadata/properties" xmlns:ns2="89265ff7-2d35-4db8-b915-0105e95ab6bd" targetNamespace="http://schemas.microsoft.com/office/2006/metadata/properties" ma:root="true" ma:fieldsID="897ca4c9bf60cf34c28f59e80fa43a95" ns2:_="">
    <xsd:import namespace="89265ff7-2d35-4db8-b915-0105e95ab6bd"/>
    <xsd:element name="properties">
      <xsd:complexType>
        <xsd:sequence>
          <xsd:element name="documentManagement">
            <xsd:complexType>
              <xsd:all>
                <xsd:element ref="ns2:FormName" minOccurs="0"/>
                <xsd:element ref="ns2:FormCategory" minOccurs="0"/>
                <xsd:element ref="ns2:FormVersion" minOccurs="0"/>
                <xsd:element ref="ns2:FormId" minOccurs="0"/>
                <xsd:element ref="ns2:FormLocale" minOccurs="0"/>
                <xsd:element ref="ns2:FormDescription" minOccurs="0"/>
                <xsd:element ref="ns2:CustomContentTypeId" minOccurs="0"/>
                <xsd:element ref="ns2:ShowInCatalo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265ff7-2d35-4db8-b915-0105e95ab6bd" elementFormDefault="qualified">
    <xsd:import namespace="http://schemas.microsoft.com/office/2006/documentManagement/types"/>
    <xsd:import namespace="http://schemas.microsoft.com/office/infopath/2007/PartnerControls"/>
    <xsd:element name="FormName" ma:index="8" nillable="true" ma:displayName="Form Name" ma:internalName="FormName">
      <xsd:simpleType>
        <xsd:restriction base="dms:Text"/>
      </xsd:simpleType>
    </xsd:element>
    <xsd:element name="FormCategory" ma:index="9" nillable="true" ma:displayName="Form Category" ma:internalName="FormCategory">
      <xsd:simpleType>
        <xsd:restriction base="dms:Text"/>
      </xsd:simpleType>
    </xsd:element>
    <xsd:element name="FormVersion" ma:index="10" nillable="true" ma:displayName="Form Version" ma:internalName="FormVersion">
      <xsd:simpleType>
        <xsd:restriction base="dms:Text"/>
      </xsd:simpleType>
    </xsd:element>
    <xsd:element name="FormId" ma:index="11" nillable="true" ma:displayName="Form ID" ma:internalName="FormId">
      <xsd:simpleType>
        <xsd:restriction base="dms:Text"/>
      </xsd:simpleType>
    </xsd:element>
    <xsd:element name="FormLocale" ma:index="12" nillable="true" ma:displayName="Form Locale" ma:internalName="FormLocale">
      <xsd:simpleType>
        <xsd:restriction base="dms:Text"/>
      </xsd:simpleType>
    </xsd:element>
    <xsd:element name="FormDescription" ma:index="13" nillable="true" ma:displayName="Form Description" ma:internalName="FormDescription">
      <xsd:simpleType>
        <xsd:restriction base="dms:Text"/>
      </xsd:simpleType>
    </xsd:element>
    <xsd:element name="CustomContentTypeId" ma:index="14" nillable="true" ma:displayName="Content Type ID" ma:hidden="true" ma:internalName="CustomContentTypeId">
      <xsd:simpleType>
        <xsd:restriction base="dms:Text"/>
      </xsd:simpleType>
    </xsd:element>
    <xsd:element name="ShowInCatalog" ma:index="15" nillable="true" ma:displayName="Show in Catalog" ma:default="TRUE" ma:internalName="ShowInCatalog">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75A543-058D-4411-9733-C9151F2912F4}">
  <ds:schemaRefs>
    <ds:schemaRef ds:uri="http://schemas.microsoft.com/sharepoint/v3/contenttype/forms"/>
  </ds:schemaRefs>
</ds:datastoreItem>
</file>

<file path=customXml/itemProps2.xml><?xml version="1.0" encoding="utf-8"?>
<ds:datastoreItem xmlns:ds="http://schemas.openxmlformats.org/officeDocument/2006/customXml" ds:itemID="{BB22DCBE-9C7E-4BE1-85B6-B0CA7F0A3F71}">
  <ds:schemaRefs>
    <ds:schemaRef ds:uri="http://schemas.microsoft.com/office/2006/metadata/properties"/>
    <ds:schemaRef ds:uri="http://schemas.microsoft.com/office/2006/documentManagement/types"/>
    <ds:schemaRef ds:uri="http://purl.org/dc/elements/1.1/"/>
    <ds:schemaRef ds:uri="http://www.w3.org/XML/1998/namespace"/>
    <ds:schemaRef ds:uri="http://purl.org/dc/dcmitype/"/>
    <ds:schemaRef ds:uri="http://purl.org/dc/terms/"/>
    <ds:schemaRef ds:uri="http://schemas.microsoft.com/office/infopath/2007/PartnerControls"/>
    <ds:schemaRef ds:uri="http://schemas.openxmlformats.org/package/2006/metadata/core-properties"/>
    <ds:schemaRef ds:uri="89265ff7-2d35-4db8-b915-0105e95ab6bd"/>
  </ds:schemaRefs>
</ds:datastoreItem>
</file>

<file path=customXml/itemProps3.xml><?xml version="1.0" encoding="utf-8"?>
<ds:datastoreItem xmlns:ds="http://schemas.openxmlformats.org/officeDocument/2006/customXml" ds:itemID="{C103EF72-4B67-47B8-B5B0-088990106B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265ff7-2d35-4db8-b915-0105e95ab6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2e768f6-fef1-4ac6-84bc-1d77352d9175}" enabled="0" method="" siteId="{e2e768f6-fef1-4ac6-84bc-1d77352d9175}" removed="1"/>
</clbl:labelList>
</file>

<file path=docProps/app.xml><?xml version="1.0" encoding="utf-8"?>
<Properties xmlns="http://schemas.openxmlformats.org/officeDocument/2006/extended-properties" xmlns:vt="http://schemas.openxmlformats.org/officeDocument/2006/docPropsVTypes">
  <TotalTime>8137</TotalTime>
  <Words>1662</Words>
  <Application>Microsoft Office PowerPoint</Application>
  <PresentationFormat>Widescreen</PresentationFormat>
  <Paragraphs>136</Paragraphs>
  <Slides>11</Slides>
  <Notes>10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11</vt:i4>
      </vt:variant>
    </vt:vector>
  </HeadingPairs>
  <TitlesOfParts>
    <vt:vector size="24" baseType="lpstr">
      <vt:lpstr>Cambria Math</vt:lpstr>
      <vt:lpstr>Wingdings</vt:lpstr>
      <vt:lpstr>Avenir Next LT Pro</vt:lpstr>
      <vt:lpstr>Cairo Medium</vt:lpstr>
      <vt:lpstr>Arial</vt:lpstr>
      <vt:lpstr>Courier New</vt:lpstr>
      <vt:lpstr>Cairo</vt:lpstr>
      <vt:lpstr>Calibri</vt:lpstr>
      <vt:lpstr>10_Custom Design</vt:lpstr>
      <vt:lpstr>13_Custom Design</vt:lpstr>
      <vt:lpstr>9_Custom Design</vt:lpstr>
      <vt:lpstr>14_Custom Design</vt:lpstr>
      <vt:lpstr>12_Custom Design</vt:lpstr>
      <vt:lpstr>Cyclones for Africa</vt:lpstr>
      <vt:lpstr>Tropical Cyclone Window (SE Africa) </vt:lpstr>
      <vt:lpstr>Cyclone Window</vt:lpstr>
      <vt:lpstr>Study Area:</vt:lpstr>
      <vt:lpstr>Contd.</vt:lpstr>
      <vt:lpstr>Data:</vt:lpstr>
      <vt:lpstr>ECMWF ERA5 Reanalysis vs. Holland Model</vt:lpstr>
      <vt:lpstr>PowerPoint Presentation</vt:lpstr>
      <vt:lpstr>Saffir-Simpson Wind Scale </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ASR Information Pack</dc:title>
  <dc:subject/>
  <dc:creator>Nicola Bellamy</dc:creator>
  <cp:keywords/>
  <dc:description/>
  <cp:lastModifiedBy>Flawiya Shirish More</cp:lastModifiedBy>
  <cp:revision>13</cp:revision>
  <cp:lastPrinted>2026-08-10T16:58:58Z</cp:lastPrinted>
  <dcterms:created xsi:type="dcterms:W3CDTF">2020-10-21T12:21:11Z</dcterms:created>
  <dcterms:modified xsi:type="dcterms:W3CDTF">2026-09-17T13:22:24Z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0x010100F8EF98760CBA4A94994F13BA881038FA004FDA88259E2DCB40A89F89B9574DB257</vt:lpwstr>
  </property>
  <property fmtid="{D5CDD505-2E9C-101B-9397-08002B2CF9AE}" pid="3" name="ComplianceAssetId">
    <vt:lpwstr/>
  </property>
  <property fmtid="{D5CDD505-2E9C-101B-9397-08002B2CF9AE}" pid="4" name="_ExtendedDescription">
    <vt:lpwstr/>
  </property>
  <property fmtid="{D5CDD505-2E9C-101B-9397-08002B2CF9AE}" pid="5" name="MediaServiceImageTags">
    <vt:lpwstr/>
  </property>
  <property fmtid="{D5CDD505-2E9C-101B-9397-08002B2CF9AE}" pid="6" name="TitusGUID">
    <vt:lpwstr>31b5e933-b25f-4668-8444-a9f645c08de3</vt:lpwstr>
  </property>
  <property fmtid="{D5CDD505-2E9C-101B-9397-08002B2CF9AE}" pid="7" name="AonClassification">
    <vt:lpwstr>ADC_class_100</vt:lpwstr>
  </property>
  <property fmtid="{D5CDD505-2E9C-101B-9397-08002B2CF9AE}" pid="8" name="lcf76f155ced4ddcb4097134ff3c332f">
    <vt:lpwstr/>
  </property>
  <property fmtid="{D5CDD505-2E9C-101B-9397-08002B2CF9AE}" pid="9" name="TaxCatchAll">
    <vt:lpwstr/>
  </property>
</Properties>
</file>